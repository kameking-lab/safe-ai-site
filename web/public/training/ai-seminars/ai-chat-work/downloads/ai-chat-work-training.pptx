
<file path=[Content_Types].xml><?xml version="1.0" encoding="utf-8"?>
<Types xmlns="http://schemas.openxmlformats.org/package/2006/content-types">
  <Default Extension="xml" ContentType="application/vnd.openxmlformats-package.core-properties+xml"/>
  <Default Extension="bin" ContentType="image/webp"/>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6669ad84c64a18" /><Relationship Type="http://schemas.openxmlformats.org/officeDocument/2006/relationships/extended-properties" Target="/docProps/app.xml" Id="R9e310aaff43a464f" /><Relationship Type="http://schemas.openxmlformats.org/officeDocument/2006/relationships/officeDocument" Target="/ppt/presentation.xml" Id="R88c314be652e4d08" /></Relationships>
</file>

<file path=ppt/presentation.xml><?xml version="1.0" encoding="utf-8"?>
<p:presentation xmlns:p="http://schemas.openxmlformats.org/presentationml/2006/main">
  <p:sldMasterIdLst>
    <p:sldMasterId xmlns:r="http://schemas.openxmlformats.org/officeDocument/2006/relationships" id="2147483648" r:id="Rc300871271924581"/>
  </p:sldMasterIdLst>
  <p:notesMasterIdLst>
    <p:notesMasterId xmlns:r="http://schemas.openxmlformats.org/officeDocument/2006/relationships" r:id="R2b90f11f56cd4715"/>
  </p:notesMasterIdLst>
  <p:sldIdLst>
    <p:sldId xmlns:r="http://schemas.openxmlformats.org/officeDocument/2006/relationships" id="256" r:id="R82a5f5ea3e944c65"/>
    <p:sldId xmlns:r="http://schemas.openxmlformats.org/officeDocument/2006/relationships" id="257" r:id="Recc9808c70384b7a"/>
    <p:sldId xmlns:r="http://schemas.openxmlformats.org/officeDocument/2006/relationships" id="258" r:id="Rdb756bc74bf749b5"/>
    <p:sldId xmlns:r="http://schemas.openxmlformats.org/officeDocument/2006/relationships" id="259" r:id="R4d88859d50714ce0"/>
    <p:sldId xmlns:r="http://schemas.openxmlformats.org/officeDocument/2006/relationships" id="260" r:id="Rd7f79b4794334eb4"/>
    <p:sldId xmlns:r="http://schemas.openxmlformats.org/officeDocument/2006/relationships" id="261" r:id="Rbfe0015e9be94802"/>
    <p:sldId xmlns:r="http://schemas.openxmlformats.org/officeDocument/2006/relationships" id="262" r:id="Rb591c2ffbbca4964"/>
    <p:sldId xmlns:r="http://schemas.openxmlformats.org/officeDocument/2006/relationships" id="263" r:id="R46160dbae47f4dba"/>
    <p:sldId xmlns:r="http://schemas.openxmlformats.org/officeDocument/2006/relationships" id="264" r:id="R4eb2e34dde124daa"/>
    <p:sldId xmlns:r="http://schemas.openxmlformats.org/officeDocument/2006/relationships" id="265" r:id="Rc23315ace1a54b52"/>
    <p:sldId xmlns:r="http://schemas.openxmlformats.org/officeDocument/2006/relationships" id="266" r:id="Rfb9c435cee764cc5"/>
    <p:sldId xmlns:r="http://schemas.openxmlformats.org/officeDocument/2006/relationships" id="267" r:id="Rb6d6fe4be05b46e8"/>
    <p:sldId xmlns:r="http://schemas.openxmlformats.org/officeDocument/2006/relationships" id="268" r:id="R3dd3ebd394a84d11"/>
    <p:sldId xmlns:r="http://schemas.openxmlformats.org/officeDocument/2006/relationships" id="269" r:id="Rb125c2daaf8a451c"/>
    <p:sldId xmlns:r="http://schemas.openxmlformats.org/officeDocument/2006/relationships" id="270" r:id="R1fe5a4e8b95d479e"/>
    <p:sldId xmlns:r="http://schemas.openxmlformats.org/officeDocument/2006/relationships" id="271" r:id="Rf878f086d63844c1"/>
    <p:sldId xmlns:r="http://schemas.openxmlformats.org/officeDocument/2006/relationships" id="272" r:id="Rd232523381a340f1"/>
    <p:sldId xmlns:r="http://schemas.openxmlformats.org/officeDocument/2006/relationships" id="273" r:id="R4655ead3f0f34007"/>
    <p:sldId xmlns:r="http://schemas.openxmlformats.org/officeDocument/2006/relationships" id="274" r:id="R5288138a939747f7"/>
    <p:sldId xmlns:r="http://schemas.openxmlformats.org/officeDocument/2006/relationships" id="275" r:id="R634315db545147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fa95c660854906" /><Relationship Type="http://schemas.openxmlformats.org/officeDocument/2006/relationships/slideMaster" Target="/ppt/slideMasters/slideMaster1.xml" Id="Rc300871271924581" /><Relationship Type="http://schemas.openxmlformats.org/officeDocument/2006/relationships/notesMaster" Target="/ppt/notesMasters/notesMaster1.xml" Id="R2b90f11f56cd4715" /><Relationship Type="http://schemas.openxmlformats.org/officeDocument/2006/relationships/presProps" Target="/ppt/presProps.xml" Id="R6114921891c04963" /><Relationship Type="http://schemas.openxmlformats.org/officeDocument/2006/relationships/tableStyles" Target="/ppt/tableStyles.xml" Id="Rc3bc2547ba084c10" /><Relationship Type="http://schemas.openxmlformats.org/officeDocument/2006/relationships/slide" Target="/ppt/slides/slide1.xml" Id="R82a5f5ea3e944c65" /><Relationship Type="http://schemas.openxmlformats.org/officeDocument/2006/relationships/slide" Target="/ppt/slides/slide2.xml" Id="Recc9808c70384b7a" /><Relationship Type="http://schemas.openxmlformats.org/officeDocument/2006/relationships/slide" Target="/ppt/slides/slide3.xml" Id="Rdb756bc74bf749b5" /><Relationship Type="http://schemas.openxmlformats.org/officeDocument/2006/relationships/slide" Target="/ppt/slides/slide4.xml" Id="R4d88859d50714ce0" /><Relationship Type="http://schemas.openxmlformats.org/officeDocument/2006/relationships/slide" Target="/ppt/slides/slide5.xml" Id="Rd7f79b4794334eb4" /><Relationship Type="http://schemas.openxmlformats.org/officeDocument/2006/relationships/slide" Target="/ppt/slides/slide6.xml" Id="Rbfe0015e9be94802" /><Relationship Type="http://schemas.openxmlformats.org/officeDocument/2006/relationships/slide" Target="/ppt/slides/slide7.xml" Id="Rb591c2ffbbca4964" /><Relationship Type="http://schemas.openxmlformats.org/officeDocument/2006/relationships/slide" Target="/ppt/slides/slide8.xml" Id="R46160dbae47f4dba" /><Relationship Type="http://schemas.openxmlformats.org/officeDocument/2006/relationships/slide" Target="/ppt/slides/slide9.xml" Id="R4eb2e34dde124daa" /><Relationship Type="http://schemas.openxmlformats.org/officeDocument/2006/relationships/slide" Target="/ppt/slides/slide10.xml" Id="Rc23315ace1a54b52" /><Relationship Type="http://schemas.openxmlformats.org/officeDocument/2006/relationships/slide" Target="/ppt/slides/slide11.xml" Id="Rfb9c435cee764cc5" /><Relationship Type="http://schemas.openxmlformats.org/officeDocument/2006/relationships/slide" Target="/ppt/slides/slide12.xml" Id="Rb6d6fe4be05b46e8" /><Relationship Type="http://schemas.openxmlformats.org/officeDocument/2006/relationships/slide" Target="/ppt/slides/slide13.xml" Id="R3dd3ebd394a84d11" /><Relationship Type="http://schemas.openxmlformats.org/officeDocument/2006/relationships/slide" Target="/ppt/slides/slide14.xml" Id="Rb125c2daaf8a451c" /><Relationship Type="http://schemas.openxmlformats.org/officeDocument/2006/relationships/slide" Target="/ppt/slides/slide15.xml" Id="R1fe5a4e8b95d479e" /><Relationship Type="http://schemas.openxmlformats.org/officeDocument/2006/relationships/slide" Target="/ppt/slides/slide16.xml" Id="Rf878f086d63844c1" /><Relationship Type="http://schemas.openxmlformats.org/officeDocument/2006/relationships/slide" Target="/ppt/slides/slide17.xml" Id="Rd232523381a340f1" /><Relationship Type="http://schemas.openxmlformats.org/officeDocument/2006/relationships/slide" Target="/ppt/slides/slide18.xml" Id="R4655ead3f0f34007" /><Relationship Type="http://schemas.openxmlformats.org/officeDocument/2006/relationships/slide" Target="/ppt/slides/slide19.xml" Id="R5288138a939747f7" /><Relationship Type="http://schemas.openxmlformats.org/officeDocument/2006/relationships/slide" Target="/ppt/slides/slide20.xml" Id="R634315db545147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c81bcef2a34a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Yu Gothic"/>
        <a:ea typeface="Yu Gothic"/>
        <a:cs typeface="Yu Gothic"/>
      </a:majorFont>
      <a:minorFont>
        <a:latin typeface="Yu Gothic"/>
        <a:ea typeface="Yu Gothic"/>
        <a:cs typeface="Yu 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291fef06344023" /><Relationship Type="http://schemas.openxmlformats.org/officeDocument/2006/relationships/notesMaster" Target="/ppt/notesMasters/notesMaster1.xml" Id="Rf673b35a87344d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d5babd6e2742aa" /><Relationship Type="http://schemas.openxmlformats.org/officeDocument/2006/relationships/notesMaster" Target="/ppt/notesMasters/notesMaster1.xml" Id="R2b58ccbe67d849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0f03a02eb041c2" /><Relationship Type="http://schemas.openxmlformats.org/officeDocument/2006/relationships/notesMaster" Target="/ppt/notesMasters/notesMaster1.xml" Id="Rce82f09561cf4e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74845c00b0423f" /><Relationship Type="http://schemas.openxmlformats.org/officeDocument/2006/relationships/notesMaster" Target="/ppt/notesMasters/notesMaster1.xml" Id="Rdcbfd79eccb24c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dc292051344144" /><Relationship Type="http://schemas.openxmlformats.org/officeDocument/2006/relationships/notesMaster" Target="/ppt/notesMasters/notesMaster1.xml" Id="R81f7f4fa947b4f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815beee5684c7e" /><Relationship Type="http://schemas.openxmlformats.org/officeDocument/2006/relationships/notesMaster" Target="/ppt/notesMasters/notesMaster1.xml" Id="R363e25789bbb46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a9304a27034f8e" /><Relationship Type="http://schemas.openxmlformats.org/officeDocument/2006/relationships/notesMaster" Target="/ppt/notesMasters/notesMaster1.xml" Id="R766c5f9c59f542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89f483a50c422a" /><Relationship Type="http://schemas.openxmlformats.org/officeDocument/2006/relationships/notesMaster" Target="/ppt/notesMasters/notesMaster1.xml" Id="R1d6e8f717c6b4e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7aff4e3e244427" /><Relationship Type="http://schemas.openxmlformats.org/officeDocument/2006/relationships/notesMaster" Target="/ppt/notesMasters/notesMaster1.xml" Id="R66e4b5c9f1a741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23ebe3964641c9" /><Relationship Type="http://schemas.openxmlformats.org/officeDocument/2006/relationships/notesMaster" Target="/ppt/notesMasters/notesMaster1.xml" Id="Rece82d5336d747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91093b17d246d1" /><Relationship Type="http://schemas.openxmlformats.org/officeDocument/2006/relationships/notesMaster" Target="/ppt/notesMasters/notesMaster1.xml" Id="R9d2299f155d54e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e473c8841e4d40" /><Relationship Type="http://schemas.openxmlformats.org/officeDocument/2006/relationships/notesMaster" Target="/ppt/notesMasters/notesMaster1.xml" Id="R31f738f168dc44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5f905db53448c4" /><Relationship Type="http://schemas.openxmlformats.org/officeDocument/2006/relationships/notesMaster" Target="/ppt/notesMasters/notesMaster1.xml" Id="R64654967966e4c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b9a002f2ff340e4" /><Relationship Type="http://schemas.openxmlformats.org/officeDocument/2006/relationships/notesMaster" Target="/ppt/notesMasters/notesMaster1.xml" Id="R26aaf9eb9fcf49f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f5d4526d924bce" /><Relationship Type="http://schemas.openxmlformats.org/officeDocument/2006/relationships/notesMaster" Target="/ppt/notesMasters/notesMaster1.xml" Id="Rf46e6b0607434d6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1d9ffc779640da" /><Relationship Type="http://schemas.openxmlformats.org/officeDocument/2006/relationships/notesMaster" Target="/ppt/notesMasters/notesMaster1.xml" Id="Rd0fd73601dac4ce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32ea3a7d3514de7" /><Relationship Type="http://schemas.openxmlformats.org/officeDocument/2006/relationships/notesMaster" Target="/ppt/notesMasters/notesMaster1.xml" Id="R305f8c7d46904e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03bd8051a764fcd" /><Relationship Type="http://schemas.openxmlformats.org/officeDocument/2006/relationships/notesMaster" Target="/ppt/notesMasters/notesMaster1.xml" Id="R4a7d75e7713047f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2882d0d06eb4f47" /><Relationship Type="http://schemas.openxmlformats.org/officeDocument/2006/relationships/notesMaster" Target="/ppt/notesMasters/notesMaster1.xml" Id="R7724f0d97faf45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44a86a04fa248ad" /><Relationship Type="http://schemas.openxmlformats.org/officeDocument/2006/relationships/notesMaster" Target="/ppt/notesMasters/notesMaster1.xml" Id="R79d040bb7e9849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研修では、AIチャットを仕事の下書きや整理に使いながら、結果をうのみにしない実務手順を学びます。特定の製品画面や、一つの魔法のプロンプトを覚える研修ではありません。目的、背景、出力形式、条件を伝え、対話で直し、重要な事実を原資料で確かめる流れを練習します。個人情報、機密情報、著作権にも触れます。教材は2026年8月27日時点の公式資料と政府資料を基準にしています。資格・認定講座ではなく、個別案件の法務判断を代替しません。</a:t>
            </a:r>
          </a:p>
          <a:p xmlns:a="http://schemas.openxmlformats.org/drawingml/2006/main">
            <a:r>
              <a:t/>
            </a:r>
          </a:p>
          <a:p xmlns:a="http://schemas.openxmlformats.org/drawingml/2006/main">
            <a:r>
              <a:t>講師向け補足</a:t>
            </a:r>
          </a:p>
          <a:p xmlns:a="http://schemas.openxmlformats.org/drawingml/2006/main">
            <a:r>
              <a:t>- 参加者が利用している製品名ではなく、今日扱いたい業務を一つ挙げてもらう。</a:t>
            </a:r>
          </a:p>
          <a:p xmlns:a="http://schemas.openxmlformats.org/drawingml/2006/main">
            <a:r>
              <a:t>- 特定製品の機能紹介ではなく、AIチャットに共通する仕事の進め方を扱うと明言する。</a:t>
            </a:r>
          </a:p>
          <a:p xmlns:a="http://schemas.openxmlformats.org/drawingml/2006/main">
            <a:r>
              <a:t/>
            </a:r>
          </a:p>
          <a:p xmlns:a="http://schemas.openxmlformats.org/drawingml/2006/main">
            <a:r>
              <a:t>[Claim IDs] none</a:t>
            </a:r>
          </a:p>
          <a:p xmlns:a="http://schemas.openxmlformats.org/drawingml/2006/main">
            <a:r>
              <a:t>[Sources]</a:t>
            </a:r>
          </a:p>
          <a:p xmlns:a="http://schemas.openxmlformats.org/drawingml/2006/main">
            <a:r>
              <a:t>Project-owned asset: /mascot/mascot-chat-talk.webp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到達点は三つです。一つ目は、AIへ何となく質問するのではなく、仕事の目的、必要な背景、欲しい出力、守る条件を整理して渡すことです。二つ目は、流ちょうな回答を正解と決めず、数字、引用、法令、技術情報など重要な主張を原資料へ戻って確認することです。三つ目は、入力してよい情報を会社のルールと利用環境から判断し、最終的な送信、公開、意思決定を人が引き受けることです。AI出力は便利な下書きですが、権威ある最終回答ではありません。</a:t>
            </a:r>
          </a:p>
          <a:p xmlns:a="http://schemas.openxmlformats.org/drawingml/2006/main">
            <a:r>
              <a:t/>
            </a:r>
          </a:p>
          <a:p xmlns:a="http://schemas.openxmlformats.org/drawingml/2006/main">
            <a:r>
              <a:t>講師向け補足</a:t>
            </a:r>
          </a:p>
          <a:p xmlns:a="http://schemas.openxmlformats.org/drawingml/2006/main">
            <a:r>
              <a:t>- 3項目を参加者へ読み上げてもらい、最後の振り返りで同じ順序へ戻る。</a:t>
            </a:r>
          </a:p>
          <a:p xmlns:a="http://schemas.openxmlformats.org/drawingml/2006/main">
            <a:r>
              <a:t>- 『AIを使えば確認不要になる』という期待があれば、この段階で境界を合わせる。</a:t>
            </a:r>
          </a:p>
          <a:p xmlns:a="http://schemas.openxmlformats.org/drawingml/2006/main">
            <a:r>
              <a:t/>
            </a:r>
          </a:p>
          <a:p xmlns:a="http://schemas.openxmlformats.org/drawingml/2006/main">
            <a:r>
              <a:t>[Claim IDs] CLM-AI-001 / CLM-AI-008</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[1] ChatGPT for Small Business | Workshop Resource Hub｜OpenAI Academy｜https://academy.openai.com/public/resources/openai-academy-small-business-resource-hub-2026-06-03｜lines 52-110, 224-320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チャットは、文章のたたき台、情報の整理、複数案の比較、読み手に合わせた書換えなどで役立ちます。一方、事実を確定する、権利関係を判断する、人の処遇や安全に関わる決定をする、といった仕事は任せ切りにしません。調査にも使えますが、AIが示した情報をそのまま根拠にするのではなく、原資料を開く入口として使います。重要度や誤りの影響が大きいほど、専門担当者の確認、複数人の承認、再計算などを増やします。これはAIを使わないという話ではなく、AIが担当する工程と人が責任を持つ工程を先に分けるという考え方です。</a:t>
            </a:r>
          </a:p>
          <a:p xmlns:a="http://schemas.openxmlformats.org/drawingml/2006/main">
            <a:r>
              <a:t/>
            </a:r>
          </a:p>
          <a:p xmlns:a="http://schemas.openxmlformats.org/drawingml/2006/main">
            <a:r>
              <a:t>講師向け補足</a:t>
            </a:r>
          </a:p>
          <a:p xmlns:a="http://schemas.openxmlformats.org/drawingml/2006/main">
            <a:r>
              <a:t>- 参加者の業務例を一つ取り上げ、向く部分と人が残す部分へ分解する。</a:t>
            </a:r>
          </a:p>
          <a:p xmlns:a="http://schemas.openxmlformats.org/drawingml/2006/main">
            <a:r>
              <a:t>- 『向かない』を全面禁止ではなく、影響度に応じた管理として説明する。</a:t>
            </a:r>
          </a:p>
          <a:p xmlns:a="http://schemas.openxmlformats.org/drawingml/2006/main">
            <a:r>
              <a:t/>
            </a:r>
          </a:p>
          <a:p xmlns:a="http://schemas.openxmlformats.org/drawingml/2006/main">
            <a:r>
              <a:t>[Claim IDs] CLM-AI-001 / CLM-AI-008 / CLM-AI-017</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[8] AI事業者ガイドライン（第1.2版）別添｜総務省・経済産業省｜https://www.meti.go.jp/shingikai/mono_info_service/ai_shakai_jisso/pdf/20260331_3.pdf｜Annex 5 AI users, pp.166-180; p.167 human judgment and data minimization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教材では、依頼を四つの要素で組み立てます。第一は目的で、その出力を何に使うかです。第二は背景で、読み手、現在の状況、前提資料です。第三は出力形式で、箇条書き、表、文字数、見出しなどを指定します。第四は条件で、してほしくないこと、根拠の示し方、分からない場合の扱い、人が確認する場所を伝えます。OpenAIのGoal、Context、Output、Boundaryを日本語の実務向けに再構成し、AnthropicやGoogleの公式資料が勧める明確さ、背景、形式、制約とも整合させています。ただし、この四要素は正解を保証する公式ではありません。曖昧さを減らし、直しやすい下書きを得るための型です。</a:t>
            </a:r>
          </a:p>
          <a:p xmlns:a="http://schemas.openxmlformats.org/drawingml/2006/main">
            <a:r>
              <a:t/>
            </a:r>
          </a:p>
          <a:p xmlns:a="http://schemas.openxmlformats.org/drawingml/2006/main">
            <a:r>
              <a:t>講師向け補足</a:t>
            </a:r>
          </a:p>
          <a:p xmlns:a="http://schemas.openxmlformats.org/drawingml/2006/main">
            <a:r>
              <a:t>- 4要素を暗記させるより、抜けた要素を発見できることを優先する。</a:t>
            </a:r>
          </a:p>
          <a:p xmlns:a="http://schemas.openxmlformats.org/drawingml/2006/main">
            <a:r>
              <a:t>- 『この型なら必ず正解』とは説明しない。</a:t>
            </a:r>
          </a:p>
          <a:p xmlns:a="http://schemas.openxmlformats.org/drawingml/2006/main">
            <a:r>
              <a:t/>
            </a:r>
          </a:p>
          <a:p xmlns:a="http://schemas.openxmlformats.org/drawingml/2006/main">
            <a:r>
              <a:t>[Claim IDs] CLM-AI-002 / CLM-AI-003</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メールを書いて』だけでは、AIは相手、用件、関係性、丁寧さを推測します。まず、何のために使うかを伝えます。例えば、『取引先との会議日程を再調整するため、丁寧なメールの下書きを作ってください。送信前に担当者が確認します』とします。目的が明確になると、AIが勝手に埋める範囲を減らし、人も出力を評価しやすくなります。完成品を頼むのではなく、下書き、論点整理、比較表など、AIに担当させる工程も明示します。目的は長文でなくて構いません。読み手、利用場面、次の人の行動を一文で示すことから始めましょう。</a:t>
            </a:r>
          </a:p>
          <a:p xmlns:a="http://schemas.openxmlformats.org/drawingml/2006/main">
            <a:r>
              <a:t/>
            </a:r>
          </a:p>
          <a:p xmlns:a="http://schemas.openxmlformats.org/drawingml/2006/main">
            <a:r>
              <a:t>講師向け補足</a:t>
            </a:r>
          </a:p>
          <a:p xmlns:a="http://schemas.openxmlformats.org/drawingml/2006/main">
            <a:r>
              <a:t>- 参加者が挙げた業務を『何のため』『誰が使う』の一文へ書き換えてもらう。</a:t>
            </a:r>
          </a:p>
          <a:p xmlns:a="http://schemas.openxmlformats.org/drawingml/2006/main">
            <a:r>
              <a:t>- 実在の会社名・取引先名は演習へ入力させない。</a:t>
            </a:r>
          </a:p>
          <a:p xmlns:a="http://schemas.openxmlformats.org/drawingml/2006/main">
            <a:r>
              <a:t/>
            </a:r>
          </a:p>
          <a:p xmlns:a="http://schemas.openxmlformats.org/drawingml/2006/main">
            <a:r>
              <a:t>[Claim IDs] CLM-AI-002 / CLM-AI-003</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背景には、読み手、状況、決まっていること、判断に使ってよい資料を含めます。例えば、新入社員向けか管理職向けかで、説明する言葉や前提知識が変わります。ただし、詳しければ詳しいほどよいわけではありません。顧客一覧や会議録を丸ごと貼る前に、その情報が出力に本当に必要かを確認します。公開情報、架空の例、集計した数値、必要な部分だけの抜粋に置き換えられないかを考えます。匿名化したつもりでも、組合せから個人を特定できる場合があります。背景を充実させることと、情報を必要最小限にすることを同時に行います。</a:t>
            </a:r>
          </a:p>
          <a:p xmlns:a="http://schemas.openxmlformats.org/drawingml/2006/main">
            <a:r>
              <a:t/>
            </a:r>
          </a:p>
          <a:p xmlns:a="http://schemas.openxmlformats.org/drawingml/2006/main">
            <a:r>
              <a:t>講師向け補足</a:t>
            </a:r>
          </a:p>
          <a:p xmlns:a="http://schemas.openxmlformats.org/drawingml/2006/main">
            <a:r>
              <a:t>- 背景の追加と情報最小化を対立させず、『必要な背景だけ』と説明する。</a:t>
            </a:r>
          </a:p>
          <a:p xmlns:a="http://schemas.openxmlformats.org/drawingml/2006/main">
            <a:r>
              <a:t>- 匿名化の十分性を参加者だけで断定させない。</a:t>
            </a:r>
          </a:p>
          <a:p xmlns:a="http://schemas.openxmlformats.org/drawingml/2006/main">
            <a:r>
              <a:t/>
            </a:r>
          </a:p>
          <a:p xmlns:a="http://schemas.openxmlformats.org/drawingml/2006/main">
            <a:r>
              <a:t>[Claim IDs] CLM-AI-002 / CLM-AI-003 / CLM-AI-012</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条件には、文字数、語調、締切、必ず含める項目、使ってはいけない情報を書きます。『情報が足りないときは推測せず、未確認と表示してください』『事実と提案を分けてください』『対外送信の前に担当者が確認する箇所を示してください』という指定も有効です。AIは、指示されていない空白を自然な文章で埋めることがあります。禁止事項は、後から誤りを探すためだけでなく、最初から期待する境界を共有するために使います。ただし、禁止事項を書いても完全な防止にはなりません。出力後の確認手順は残します。</a:t>
            </a:r>
          </a:p>
          <a:p xmlns:a="http://schemas.openxmlformats.org/drawingml/2006/main">
            <a:r>
              <a:t/>
            </a:r>
          </a:p>
          <a:p xmlns:a="http://schemas.openxmlformats.org/drawingml/2006/main">
            <a:r>
              <a:t>講師向け補足</a:t>
            </a:r>
          </a:p>
          <a:p xmlns:a="http://schemas.openxmlformats.org/drawingml/2006/main">
            <a:r>
              <a:t>- 自社で定めた禁止事項があれば、教材の一般例と区別して補足する。</a:t>
            </a:r>
          </a:p>
          <a:p xmlns:a="http://schemas.openxmlformats.org/drawingml/2006/main">
            <a:r>
              <a:t>- プロンプト上の禁止指定を、アクセス制御や人の確認の代替にしない。</a:t>
            </a:r>
          </a:p>
          <a:p xmlns:a="http://schemas.openxmlformats.org/drawingml/2006/main">
            <a:r>
              <a:t/>
            </a:r>
          </a:p>
          <a:p xmlns:a="http://schemas.openxmlformats.org/drawingml/2006/main">
            <a:r>
              <a:t>[Claim IDs] CLM-AI-002 / CLM-AI-003 / CLM-AI-008</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出力形式を指定すると、使いやすさだけでなく確認しやすさも上がります。例えば、三つの案を比較するなら、案名、利点、注意点、未確認事項を表にします。報告書なら、要点、事実、提案、根拠候補、人が確認する項目を見出しで分けます。文字数や箇条書きの数も指定できます。大切なのは、完成した文章だけを出させないことです。根拠、未確認事項、置いた仮定、人の確認点も同じ出力へ含めると、レビューしやすくなります。形式を整えても内容の正しさは保証されないため、重要主張は原資料へ照合します。</a:t>
            </a:r>
          </a:p>
          <a:p xmlns:a="http://schemas.openxmlformats.org/drawingml/2006/main">
            <a:r>
              <a:t/>
            </a:r>
          </a:p>
          <a:p xmlns:a="http://schemas.openxmlformats.org/drawingml/2006/main">
            <a:r>
              <a:t>講師向け補足</a:t>
            </a:r>
          </a:p>
          <a:p xmlns:a="http://schemas.openxmlformats.org/drawingml/2006/main">
            <a:r>
              <a:t>- 受講者が普段使う帳票の見出しへ置き換える例を示す。</a:t>
            </a:r>
          </a:p>
          <a:p xmlns:a="http://schemas.openxmlformats.org/drawingml/2006/main">
            <a:r>
              <a:t>- 見栄えのよい表が正確さの証拠にならない点を確認する。</a:t>
            </a:r>
          </a:p>
          <a:p xmlns:a="http://schemas.openxmlformats.org/drawingml/2006/main">
            <a:r>
              <a:t/>
            </a:r>
          </a:p>
          <a:p xmlns:a="http://schemas.openxmlformats.org/drawingml/2006/main">
            <a:r>
              <a:t>[Claim IDs] CLM-AI-002 / CLM-AI-003 / CLM-AI-008</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チャットは、一回の長い指示で完成品を得るより、下書きを見て具体的に直す使い方が適しています。『もっと良くして』では、何を残し、何を変えるかが曖昧です。『結論を最初の二文へ移す』『専門用語を三つだけ平易に言い換える』『未確認の数値を削除する』『この段落は残し、箇条書きだけ短くする』のように、対象と変更点を伝えます。反復回数や成功率を決め打ちせず、目的に合ったかを人が判断します。会話が長くなったら、現在の前提、確定事項、未確認事項をいったん整理し直します。</a:t>
            </a:r>
          </a:p>
          <a:p xmlns:a="http://schemas.openxmlformats.org/drawingml/2006/main">
            <a:r>
              <a:t/>
            </a:r>
          </a:p>
          <a:p xmlns:a="http://schemas.openxmlformats.org/drawingml/2006/main">
            <a:r>
              <a:t>講師向け補足</a:t>
            </a:r>
          </a:p>
          <a:p xmlns:a="http://schemas.openxmlformats.org/drawingml/2006/main">
            <a:r>
              <a:t>- 実演では、最初の出力を失敗扱いせず、レビュー材料として使う。</a:t>
            </a:r>
          </a:p>
          <a:p xmlns:a="http://schemas.openxmlformats.org/drawingml/2006/main">
            <a:r>
              <a:t>- 会話を続けるほど正確になるという誤解を避ける。</a:t>
            </a:r>
          </a:p>
          <a:p xmlns:a="http://schemas.openxmlformats.org/drawingml/2006/main">
            <a:r>
              <a:t/>
            </a:r>
          </a:p>
          <a:p xmlns:a="http://schemas.openxmlformats.org/drawingml/2006/main">
            <a:r>
              <a:t>[Claim IDs] CLM-AI-004</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文書作成の安全な例として、架空の社内会議の延期案内を考えます。目的は、予定変更を短く伝えること。背景は、社内向けで、次の日程はまだ決まっていないこと。形式は、件名と本文、本文は150字以内。条件は、未確定の日付や理由を作らず、送信前に人が確認する項目を末尾へ示すことです。最初の下書きを見たら、語調や長さだけでなく、事実でない内容が加わっていないかを確認します。実在する氏名、案件名、メールアドレスを演習へ貼る必要はありません。架空の値やプレースホルダーで作り、最後に承認済みの環境で人が置き換えます。</a:t>
            </a:r>
          </a:p>
          <a:p xmlns:a="http://schemas.openxmlformats.org/drawingml/2006/main">
            <a:r>
              <a:t/>
            </a:r>
          </a:p>
          <a:p xmlns:a="http://schemas.openxmlformats.org/drawingml/2006/main">
            <a:r>
              <a:t>講師向け補足</a:t>
            </a:r>
          </a:p>
          <a:p xmlns:a="http://schemas.openxmlformats.org/drawingml/2006/main">
            <a:r>
              <a:t>- 画面へ実在する予定やメールアドレスを投影しない。</a:t>
            </a:r>
          </a:p>
          <a:p xmlns:a="http://schemas.openxmlformats.org/drawingml/2006/main">
            <a:r>
              <a:t>- AIが付け足した延期理由や日付を、人が見落とさないよう問いかける。</a:t>
            </a:r>
          </a:p>
          <a:p xmlns:a="http://schemas.openxmlformats.org/drawingml/2006/main">
            <a:r>
              <a:t/>
            </a:r>
          </a:p>
          <a:p xmlns:a="http://schemas.openxmlformats.org/drawingml/2006/main">
            <a:r>
              <a:t>[Claim IDs] CLM-AI-001 / CLM-AI-002 / CLM-AI-003 / CLM-AI-004</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約では、短くすることだけを頼むと、業務上必要な条件まで落ちることがあります。対象、読み手、残す項目を指定します。比較では、価格、期間、対象範囲、未確認事項など比較軸を先に決めます。さらに、各要点が原文のどこに対応するかを示すよう求めます。ただし、AIが示したページ番号や引用が正しいとは限りません。重要な判断では原文を開き、前後の文脈を確認します。要約は読む範囲を絞る補助であり、原文そのものの代替ではありません。出力後に『抜けている条件は何か』『事実と解釈を分けて』と追加し、レビューの観点を増やします。</a:t>
            </a:r>
          </a:p>
          <a:p xmlns:a="http://schemas.openxmlformats.org/drawingml/2006/main">
            <a:r>
              <a:t/>
            </a:r>
          </a:p>
          <a:p xmlns:a="http://schemas.openxmlformats.org/drawingml/2006/main">
            <a:r>
              <a:t>講師向け補足</a:t>
            </a:r>
          </a:p>
          <a:p xmlns:a="http://schemas.openxmlformats.org/drawingml/2006/main">
            <a:r>
              <a:t>- 利用許可された架空資料か公開資料だけで実演する。</a:t>
            </a:r>
          </a:p>
          <a:p xmlns:a="http://schemas.openxmlformats.org/drawingml/2006/main">
            <a:r>
              <a:t>- 要約文と原文の差を一箇所、参加者に見つけてもらう。</a:t>
            </a:r>
          </a:p>
          <a:p xmlns:a="http://schemas.openxmlformats.org/drawingml/2006/main">
            <a:r>
              <a:t/>
            </a:r>
          </a:p>
          <a:p xmlns:a="http://schemas.openxmlformats.org/drawingml/2006/main">
            <a:r>
              <a:t>[Claim IDs] CLM-AI-001 / CLM-AI-003 / CLM-AI-004 / CLM-AI-006</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[4] Prompting best practices｜Anthropic｜https://platform.claude.com/docs/en/build-with-claude/prompt-engineering/claude-prompting-best-practices｜sections General principles / Be clear and direct / Add context / Use examples / Structure prompts</a:t>
            </a:r>
          </a:p>
          <a:p xmlns:a="http://schemas.openxmlformats.org/drawingml/2006/main">
            <a:r>
              <a:t>[6] Prompt design strategies｜Google AI for Developers｜https://ai.google.dev/gemini-api/docs/prompting-strategies｜sections Clear and specific instructions / Add context / Core prompting principles / Structured prompting</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[3] Does ChatGPT tell the truth?｜OpenAI｜https://help.openai.com/en/articles/8313428-does-chatgpt-tell-the-truth｜lines 12-22, 35-42, 62-70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調査でAIを使うときは、検索語や出典候補を得るところから始めます。しかし、リンクが表示された、引用符が付いた、資料名が具体的だった、というだけでは確認済みではありません。発行者の公式サイトで資料本体を開き、発行日、更新日、版、該当ページ、前後の文脈を読みます。法令なら現行条文と施行日、統計なら対象年、地域、分母、単位、速報か確定かを確認します。根拠が見つからない主張は、もっともらしくても確認済みの事実として使いません。確認したURL、日付、該当箇所、残る未確認事項を記録すると、他の人も追跡できます。</a:t>
            </a:r>
          </a:p>
          <a:p xmlns:a="http://schemas.openxmlformats.org/drawingml/2006/main">
            <a:r>
              <a:t/>
            </a:r>
          </a:p>
          <a:p xmlns:a="http://schemas.openxmlformats.org/drawingml/2006/main">
            <a:r>
              <a:t>講師向け補足</a:t>
            </a:r>
          </a:p>
          <a:p xmlns:a="http://schemas.openxmlformats.org/drawingml/2006/main">
            <a:r>
              <a:t>- リンクの存在確認ではなく、本文の該当箇所確認までを実演する。</a:t>
            </a:r>
          </a:p>
          <a:p xmlns:a="http://schemas.openxmlformats.org/drawingml/2006/main">
            <a:r>
              <a:t>- 検索やgroundingを使っても人の照合が残ると説明する。</a:t>
            </a:r>
          </a:p>
          <a:p xmlns:a="http://schemas.openxmlformats.org/drawingml/2006/main">
            <a:r>
              <a:t/>
            </a:r>
          </a:p>
          <a:p xmlns:a="http://schemas.openxmlformats.org/drawingml/2006/main">
            <a:r>
              <a:t>[Claim IDs] CLM-AI-006 / CLM-AI-007</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[3] Does ChatGPT tell the truth?｜OpenAI｜https://help.openai.com/en/articles/8313428-does-chatgpt-tell-the-truth｜lines 12-22, 35-42, 62-70</a:t>
            </a:r>
          </a:p>
          <a:p xmlns:a="http://schemas.openxmlformats.org/drawingml/2006/main">
            <a:r>
              <a:t>[5] Reduce hallucinations｜Anthropic｜https://platform.claude.com/docs/en/test-and-evaluate/strengthen-guardrails/reduce-hallucinations｜lines 133-170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チャットは、次に続きそうな表現を組み立てるため、内容が誤っていても自然で自信がある文章を作ることがあります。存在しない研究名、実際と違う引用、古い製品仕様、単位の混ざった計算が具体的に示される場合もあります。これは、すべての出力が誤りという意味でも、特定製品だけの問題という意味でもありません。見た目から正誤を判定できないため、影響の大きい主張を選び、原資料へ戻る必要があります。『分からなければ分からないと言って』と指定することや、引用を求めることは役立ちますが、誤りをゼロにはしません。</a:t>
            </a:r>
          </a:p>
          <a:p xmlns:a="http://schemas.openxmlformats.org/drawingml/2006/main">
            <a:r>
              <a:t/>
            </a:r>
          </a:p>
          <a:p xmlns:a="http://schemas.openxmlformats.org/drawingml/2006/main">
            <a:r>
              <a:t>講師向け補足</a:t>
            </a:r>
          </a:p>
          <a:p xmlns:a="http://schemas.openxmlformats.org/drawingml/2006/main">
            <a:r>
              <a:t>- 架空の資料名を例示する場合は『架空』と画面上で明示する。</a:t>
            </a:r>
          </a:p>
          <a:p xmlns:a="http://schemas.openxmlformats.org/drawingml/2006/main">
            <a:r>
              <a:t>- 製品間の精度比較や誤答率は、根拠なしに示さない。</a:t>
            </a:r>
          </a:p>
          <a:p xmlns:a="http://schemas.openxmlformats.org/drawingml/2006/main">
            <a:r>
              <a:t/>
            </a:r>
          </a:p>
          <a:p xmlns:a="http://schemas.openxmlformats.org/drawingml/2006/main">
            <a:r>
              <a:t>[Claim IDs] CLM-AI-005 / CLM-AI-007</a:t>
            </a:r>
          </a:p>
          <a:p xmlns:a="http://schemas.openxmlformats.org/drawingml/2006/main">
            <a:r>
              <a:t>[Sources]</a:t>
            </a:r>
          </a:p>
          <a:p xmlns:a="http://schemas.openxmlformats.org/drawingml/2006/main">
            <a:r>
              <a:t>[3] Does ChatGPT tell the truth?｜OpenAI｜https://help.openai.com/en/articles/8313428-does-chatgpt-tell-the-truth｜lines 12-22, 35-42, 62-70</a:t>
            </a:r>
          </a:p>
          <a:p xmlns:a="http://schemas.openxmlformats.org/drawingml/2006/main">
            <a:r>
              <a:t>[5] Reduce hallucinations｜Anthropic｜https://platform.claude.com/docs/en/test-and-evaluate/strengthen-guardrails/reduce-hallucinations｜lines 133-170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重要な数字、引用、法令は四段階で確認します。第一に、どの主張がどの原資料に基づくかを追跡します。第二に、資料本体を開き、版、発行日、適用日、該当箇所と前後の文脈を照合します。第三に、割合や合計なら分母、単位、対象範囲、丸めを再計算します。第四に、業務の責任者が、確認結果と未確認事項を見て使用可否を決めます。AIへ検証を頼むだけでは、同じ誤りを別の文章で繰り返す可能性があります。検索結果の要約や二次情報だけで終わらず、発行主体の原資料へ進みます。確認の深さは、誤ったときの影響に合わせます。</a:t>
            </a:r>
          </a:p>
          <a:p xmlns:a="http://schemas.openxmlformats.org/drawingml/2006/main">
            <a:r>
              <a:t/>
            </a:r>
          </a:p>
          <a:p xmlns:a="http://schemas.openxmlformats.org/drawingml/2006/main">
            <a:r>
              <a:t>講師向け補足</a:t>
            </a:r>
          </a:p>
          <a:p xmlns:a="http://schemas.openxmlformats.org/drawingml/2006/main">
            <a:r>
              <a:t>- 架空の割合例を使い、分子・分母・単位を手計算で確かめる。</a:t>
            </a:r>
          </a:p>
          <a:p xmlns:a="http://schemas.openxmlformats.org/drawingml/2006/main">
            <a:r>
              <a:t>- 個別法令の解釈は、社内法務や専門家へつなぐ境界を示す。</a:t>
            </a:r>
          </a:p>
          <a:p xmlns:a="http://schemas.openxmlformats.org/drawingml/2006/main">
            <a:r>
              <a:t/>
            </a:r>
          </a:p>
          <a:p xmlns:a="http://schemas.openxmlformats.org/drawingml/2006/main">
            <a:r>
              <a:t>[Claim IDs] CLM-AI-006 / CLM-AI-008</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[3] Does ChatGPT tell the truth?｜OpenAI｜https://help.openai.com/en/articles/8313428-does-chatgpt-tell-the-truth｜lines 12-22, 35-42, 62-70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業務情報を入力する前に、承認されたアカウントやワークスペースか、会社ルールに合うか、サービスの現行規約とデータ取扱いはどうなっているかを確認します。個人情報保護委員会の注意喚起は、事業者が個人情報を入力する場合に利用目的の必要範囲を確認し、条件によって提供者側の取扱いも確認するよう求めています。法律上、あらゆる個人情報の入力が一律禁止だと単純化はしません。一方、この教材では安全側の運用として、秘密や認証情報を入力せず、公開情報、架空例、集計値、必要最小限の抜粋を優先します。製品、プラン、設定は変わるため、利用時に再確認します。</a:t>
            </a:r>
          </a:p>
          <a:p xmlns:a="http://schemas.openxmlformats.org/drawingml/2006/main">
            <a:r>
              <a:t/>
            </a:r>
          </a:p>
          <a:p xmlns:a="http://schemas.openxmlformats.org/drawingml/2006/main">
            <a:r>
              <a:t>講師向け補足</a:t>
            </a:r>
          </a:p>
          <a:p xmlns:a="http://schemas.openxmlformats.org/drawingml/2006/main">
            <a:r>
              <a:t>- 法的義務とサイトの安全側提案を分けて説明する。</a:t>
            </a:r>
          </a:p>
          <a:p xmlns:a="http://schemas.openxmlformats.org/drawingml/2006/main">
            <a:r>
              <a:t>- 会社固有の入力禁止区分は、社内規程の正本を示して補足する。</a:t>
            </a:r>
          </a:p>
          <a:p xmlns:a="http://schemas.openxmlformats.org/drawingml/2006/main">
            <a:r>
              <a:t/>
            </a:r>
          </a:p>
          <a:p xmlns:a="http://schemas.openxmlformats.org/drawingml/2006/main">
            <a:r>
              <a:t>[Claim IDs] CLM-AI-009 / CLM-AI-010 / CLM-AI-011 / CLM-AI-012</a:t>
            </a:r>
          </a:p>
          <a:p xmlns:a="http://schemas.openxmlformats.org/drawingml/2006/main">
            <a:r>
              <a:t>[Sources]</a:t>
            </a:r>
          </a:p>
          <a:p xmlns:a="http://schemas.openxmlformats.org/drawingml/2006/main">
            <a:r>
              <a:t>[7] 生成AIサービスの利用に関する注意喚起等｜個人情報保護委員会｜https://www.ppc.go.jp/files/pdf/230602_alert_generative_AI_service.pdf｜pp.2-3, PDF extracted lines 40-74</a:t>
            </a:r>
          </a:p>
          <a:p xmlns:a="http://schemas.openxmlformats.org/drawingml/2006/main">
            <a:r>
              <a:t>[1] ChatGPT for Small Business | Workshop Resource Hub｜OpenAI Academy｜https://academy.openai.com/public/resources/openai-academy-small-business-resource-hub-2026-06-03｜lines 52-110, 224-320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で文章や画像を生成できたことと、その成果物を公開、配布、販売できることは別に考えます。文化庁資料では、著作権侵害は原則として既存著作物との類似性と依拠性から判断されます。また、AI生成物自体が著作物に当たるかは、人の創作意図と創作的寄与を総合して個別に判断されます。単純な指示を一回入力した、またはAIを使ったという事実だけで、常に権利が生じる、あるいは生じないとは断定できません。入力素材を使う権限、生成・編集の経緯、既存作品との類似、利用目的を確認し、迷う案件は法務や権利担当へつなぎます。文化庁の考え方は行政資料であり、個別事案の最終判断は司法に委ねられます。</a:t>
            </a:r>
          </a:p>
          <a:p xmlns:a="http://schemas.openxmlformats.org/drawingml/2006/main">
            <a:r>
              <a:t/>
            </a:r>
          </a:p>
          <a:p xmlns:a="http://schemas.openxmlformats.org/drawingml/2006/main">
            <a:r>
              <a:t>講師向け補足</a:t>
            </a:r>
          </a:p>
          <a:p xmlns:a="http://schemas.openxmlformats.org/drawingml/2006/main">
            <a:r>
              <a:t>- 『AI生成物は著作権フリー』という表現を否定する。</a:t>
            </a:r>
          </a:p>
          <a:p xmlns:a="http://schemas.openxmlformats.org/drawingml/2006/main">
            <a:r>
              <a:t>- 個別作品の侵害可否を研修中に断定せず、確認手順を教える。</a:t>
            </a:r>
          </a:p>
          <a:p xmlns:a="http://schemas.openxmlformats.org/drawingml/2006/main">
            <a:r>
              <a:t/>
            </a:r>
          </a:p>
          <a:p xmlns:a="http://schemas.openxmlformats.org/drawingml/2006/main">
            <a:r>
              <a:t>[Claim IDs] CLM-AI-013 / CLM-AI-014 / CLM-AI-015</a:t>
            </a:r>
          </a:p>
          <a:p xmlns:a="http://schemas.openxmlformats.org/drawingml/2006/main">
            <a:r>
              <a:t>[Sources]</a:t>
            </a:r>
          </a:p>
          <a:p xmlns:a="http://schemas.openxmlformats.org/drawingml/2006/main">
            <a:r>
              <a:t>[9] 著作権テキスト 令和8年度版｜文化庁著作権課｜https://www.bunka.go.jp/seisaku/chosakuken/seidokaisetsu/pdf/94383901_01.pdf｜p.70, AI and copyright basic principles</a:t>
            </a:r>
          </a:p>
          <a:p xmlns:a="http://schemas.openxmlformats.org/drawingml/2006/main">
            <a:r>
              <a:t>[10] AIと著作権に関するチェックリスト＆ガイダンス｜文化庁著作権課｜https://www.bunka.go.jp/seisaku/bunkashingikai/chosakuken/seisaku/r06_02/pdf/94101701_01.pdf｜p.5; pp.18-21, AI business users</a:t>
            </a:r>
          </a:p>
          <a:p xmlns:a="http://schemas.openxmlformats.org/drawingml/2006/main">
            <a:r>
              <a:t>[11] AIと著作権に関する考え方について｜文化審議会著作権分科会法制度小委員会｜https://www.bunka.go.jp/seisaku/bunkashingikai/chosakuken/pdf/94037901_01.pdf｜pp.2-5; pp.32-40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動化への過信では、システムの誤った助言を採用する作為エラーと、警告が出なかったため問題を見逃す不作為エラーの両方が知られています。ここで参照する研究は、従来型の自動化や意思決定支援を対象とし、医療中心のレビューも含みます。生成AIを使う事務作業へ特定の発生率をそのまま当てはめません。ただし、人が確認欄へ名前を書くだけで十分ではないことを考える根拠になります。重要工程では、誰が、何を、どの原資料で、どの基準まで確認するかを先に決めます。AIの回答を見た後だけでなく、独立した観点や再計算を用意します。</a:t>
            </a:r>
          </a:p>
          <a:p xmlns:a="http://schemas.openxmlformats.org/drawingml/2006/main">
            <a:r>
              <a:t/>
            </a:r>
          </a:p>
          <a:p xmlns:a="http://schemas.openxmlformats.org/drawingml/2006/main">
            <a:r>
              <a:t>講師向け補足</a:t>
            </a:r>
          </a:p>
          <a:p xmlns:a="http://schemas.openxmlformats.org/drawingml/2006/main">
            <a:r>
              <a:t>- 研究の対象と限界を説明し、生成AI固有の効果率として示さない。</a:t>
            </a:r>
          </a:p>
          <a:p xmlns:a="http://schemas.openxmlformats.org/drawingml/2006/main">
            <a:r>
              <a:t>- 『人が見れば安全』ではなく、確認設計の具体性を問う。</a:t>
            </a:r>
          </a:p>
          <a:p xmlns:a="http://schemas.openxmlformats.org/drawingml/2006/main">
            <a:r>
              <a:t/>
            </a:r>
          </a:p>
          <a:p xmlns:a="http://schemas.openxmlformats.org/drawingml/2006/main">
            <a:r>
              <a:t>[Claim IDs] CLM-AI-008 / CLM-AI-016 / CLM-AI-017</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[12] Complacency and bias in human use of automation: an attentional integration｜Human Factors / PubMed｜https://pubmed.ncbi.nlm.nih.gov/21077562/｜Abstract: Results, Conclusion, Application</a:t>
            </a:r>
          </a:p>
          <a:p xmlns:a="http://schemas.openxmlformats.org/drawingml/2006/main">
            <a:r>
              <a:t>[13] Automation bias: a systematic review of frequency, effect mediators, and mitigators｜JAMIA / BMJ / PMC｜https://pmc.ncbi.nlm.nih.gov/articles/PMC3240751/｜Abstract; Overall conclusion; Limitations</a:t>
            </a:r>
          </a:p>
          <a:p xmlns:a="http://schemas.openxmlformats.org/drawingml/2006/main">
            <a:r>
              <a:t>[8] AI事業者ガイドライン（第1.2版）別添｜総務省・経済産業省｜https://www.meti.go.jp/shingikai/mono_info_service/ai_shakai_jisso/pdf/20260331_3.pdf｜Annex 5 AI users, pp.166-180; p.167 human judgment and data minimization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三つの演習に取り組みます。最初は、『案内文を作って』という曖昧な依頼へ、目的、背景、出力形式、条件を追加します。二つ目は、AIが根拠なしに示した制度情報を、そのまま使わず、発行者の一次資料を開いて確認する依頼へ直します。三つ目は、顧客名、契約額、連絡先などを貼り付けようとする依頼を、公開情報、架空値、集計値、プレースホルダーへ置き換えます。各問は、解説を開く前に自分で考えてください。実在の個人、会社、現場、案件情報は入力しません。正解の文章を暗記するより、危険な空白と人の確認点を発見できることを重視します。</a:t>
            </a:r>
          </a:p>
          <a:p xmlns:a="http://schemas.openxmlformats.org/drawingml/2006/main">
            <a:r>
              <a:t/>
            </a:r>
          </a:p>
          <a:p xmlns:a="http://schemas.openxmlformats.org/drawingml/2006/main">
            <a:r>
              <a:t>講師向け補足</a:t>
            </a:r>
          </a:p>
          <a:p xmlns:a="http://schemas.openxmlformats.org/drawingml/2006/main">
            <a:r>
              <a:t>- 音声終了後、個人3分、解説表示、ペア討議5分を確保する。</a:t>
            </a:r>
          </a:p>
          <a:p xmlns:a="http://schemas.openxmlformats.org/drawingml/2006/main">
            <a:r>
              <a:t>- 解説の文面と違っても、4要素・根拠・最小化・人の確認が満たされれば評価する。</a:t>
            </a:r>
          </a:p>
          <a:p xmlns:a="http://schemas.openxmlformats.org/drawingml/2006/main">
            <a:r>
              <a:t/>
            </a:r>
          </a:p>
          <a:p xmlns:a="http://schemas.openxmlformats.org/drawingml/2006/main">
            <a:r>
              <a:t>[Claim IDs] CLM-AI-002 / CLM-AI-006 / CLM-AI-008 / CLM-AI-009 / CLM-AI-012</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[3] Does ChatGPT tell the truth?｜OpenAI｜https://help.openai.com/en/articles/8313428-does-chatgpt-tell-the-truth｜lines 12-22, 35-42, 62-70</a:t>
            </a:r>
          </a:p>
          <a:p xmlns:a="http://schemas.openxmlformats.org/drawingml/2006/main">
            <a:r>
              <a:t>[7] 生成AIサービスの利用に関する注意喚起等｜個人情報保護委員会｜https://www.ppc.go.jp/files/pdf/230602_alert_generative_AI_service.pdf｜pp.2-3, PDF extracted lines 40-74</a:t>
            </a:r>
          </a:p>
          <a:p xmlns:a="http://schemas.openxmlformats.org/drawingml/2006/main">
            <a:r>
              <a:t>Project-owned asset: /mascot/mascot-thinking.webp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持ち帰り用の依頼テンプレートには、目的、背景、出力形式、条件の四要素があります。さらに、重要主張の根拠、未確認事項、人が確認する場所を出力させます。すべての欄を毎回長く埋める必要はありません。仕事の影響度と複雑さに合わせ、必要な部分だけ具体化します。入力前には、承認済み環境か、会社ルールに合うか、情報を最小化できているかを確認します。出力後には、原資料との照合、数字の再計算、送信・公開の承認を行います。このテンプレートは、確認漏れを減らす道具であり、回答の正しさ、法令適合、著作権上の利用可否を保証するものではありません。</a:t>
            </a:r>
          </a:p>
          <a:p xmlns:a="http://schemas.openxmlformats.org/drawingml/2006/main">
            <a:r>
              <a:t/>
            </a:r>
          </a:p>
          <a:p xmlns:a="http://schemas.openxmlformats.org/drawingml/2006/main">
            <a:r>
              <a:t>講師向け補足</a:t>
            </a:r>
          </a:p>
          <a:p xmlns:a="http://schemas.openxmlformats.org/drawingml/2006/main">
            <a:r>
              <a:t>- 参加者にテンプレートを一度コピーしてもらい、普段の業務名は端末内で後から記入させる。</a:t>
            </a:r>
          </a:p>
          <a:p xmlns:a="http://schemas.openxmlformats.org/drawingml/2006/main">
            <a:r>
              <a:t>- 自社規程の確認欄を追加する場合も、共通の根拠・未確認・人の確認点は残す。</a:t>
            </a:r>
          </a:p>
          <a:p xmlns:a="http://schemas.openxmlformats.org/drawingml/2006/main">
            <a:r>
              <a:t/>
            </a:r>
          </a:p>
          <a:p xmlns:a="http://schemas.openxmlformats.org/drawingml/2006/main">
            <a:r>
              <a:t>[Claim IDs] CLM-AI-002 / CLM-AI-006 / CLM-AI-008 / CLM-AI-012</a:t>
            </a:r>
          </a:p>
          <a:p xmlns:a="http://schemas.openxmlformats.org/drawingml/2006/main">
            <a:r>
              <a:t>[Sources]</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[2] Writing with ChatGPT｜OpenAI｜https://openai.com/academy/writing/｜lines 35-73</a:t>
            </a:r>
          </a:p>
          <a:p xmlns:a="http://schemas.openxmlformats.org/drawingml/2006/main">
            <a:r>
              <a:t>[3] Does ChatGPT tell the truth?｜OpenAI｜https://help.openai.com/en/articles/8313428-does-chatgpt-tell-the-truth｜lines 12-22, 35-42, 62-70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に三つの行動へまとめます。頼むときは、目的、背景、出力形式、条件をそろえます。一度で完成させず、違う箇所を具体的に伝えて直します。確かめるときは、数字、引用、法令、技術情報を発行者の原資料へ戻し、版、日付、対象範囲、単位を照合します。決めるときは、承認済み環境を使い、入力情報を必要最小限にし、送信、公開、重要な意思決定を人が引き受けます。明日使う業務を一つ選び、AIに任せる工程と、人が確認する工程を一行ずつ書いてください。</a:t>
            </a:r>
          </a:p>
          <a:p xmlns:a="http://schemas.openxmlformats.org/drawingml/2006/main">
            <a:r>
              <a:t/>
            </a:r>
          </a:p>
          <a:p xmlns:a="http://schemas.openxmlformats.org/drawingml/2006/main">
            <a:r>
              <a:t>講師向け補足</a:t>
            </a:r>
          </a:p>
          <a:p xmlns:a="http://schemas.openxmlformats.org/drawingml/2006/main">
            <a:r>
              <a:t>- 参加者一人ずつ、明日試す業務と人が残す確認点を一つ宣言して終了する。</a:t>
            </a:r>
          </a:p>
          <a:p xmlns:a="http://schemas.openxmlformats.org/drawingml/2006/main">
            <a:r>
              <a:t>- クイズ後、誤答が多い主題だけを該当スライドへ戻って補足する。</a:t>
            </a:r>
          </a:p>
          <a:p xmlns:a="http://schemas.openxmlformats.org/drawingml/2006/main">
            <a:r>
              <a:t/>
            </a:r>
          </a:p>
          <a:p xmlns:a="http://schemas.openxmlformats.org/drawingml/2006/main">
            <a:r>
              <a:t>[Claim IDs] CLM-AI-004 / CLM-AI-006 / CLM-AI-008 / CLM-AI-012 / CLM-AI-017</a:t>
            </a:r>
          </a:p>
          <a:p xmlns:a="http://schemas.openxmlformats.org/drawingml/2006/main">
            <a:r>
              <a:t>[Sources]</a:t>
            </a:r>
          </a:p>
          <a:p xmlns:a="http://schemas.openxmlformats.org/drawingml/2006/main">
            <a:r>
              <a:t>[2] Writing with ChatGPT｜OpenAI｜https://openai.com/academy/writing/｜lines 35-73</a:t>
            </a:r>
          </a:p>
          <a:p xmlns:a="http://schemas.openxmlformats.org/drawingml/2006/main">
            <a:r>
              <a:t>[6] Prompt design strategies｜Google AI for Developers｜https://ai.google.dev/gemini-api/docs/prompting-strategies｜sections Clear and specific instructions / Add context / Core prompting principles / Structured prompting</a:t>
            </a:r>
          </a:p>
          <a:p xmlns:a="http://schemas.openxmlformats.org/drawingml/2006/main">
            <a:r>
              <a:t>[1] ChatGPT for Small Business | Workshop Resource Hub｜OpenAI Academy｜https://academy.openai.com/public/resources/openai-academy-small-business-resource-hub-2026-06-03｜lines 52-110, 224-320</a:t>
            </a:r>
          </a:p>
          <a:p xmlns:a="http://schemas.openxmlformats.org/drawingml/2006/main">
            <a:r>
              <a:t>[3] Does ChatGPT tell the truth?｜OpenAI｜https://help.openai.com/en/articles/8313428-does-chatgpt-tell-the-truth｜lines 12-22, 35-42, 62-70</a:t>
            </a:r>
          </a:p>
          <a:p xmlns:a="http://schemas.openxmlformats.org/drawingml/2006/main">
            <a:r>
              <a:t>[8] AI事業者ガイドライン（第1.2版）別添｜総務省・経済産業省｜https://www.meti.go.jp/shingikai/mono_info_service/ai_shakai_jisso/pdf/20260331_3.pdf｜Annex 5 AI users, pp.166-180; p.167 human judgment and data minimization</a:t>
            </a:r>
          </a:p>
          <a:p xmlns:a="http://schemas.openxmlformats.org/drawingml/2006/main">
            <a:r>
              <a:t>Project-owned asset: /mascot/mascot-tablet-dx.webp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46296580c9461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089b21103747d1" /><Relationship Type="http://schemas.openxmlformats.org/officeDocument/2006/relationships/slideLayout" Target="/ppt/slideLayouts/slideLayout1.xml" Id="R8fdd1024ae824a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fdd1024ae824a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Yu Gothic"/>
        <a:ea typeface="Yu Gothic"/>
        <a:cs typeface="Yu Gothic"/>
      </a:majorFont>
      <a:minorFont>
        <a:latin typeface="Yu Gothic"/>
        <a:ea typeface="Yu Gothic"/>
        <a:cs typeface="Yu 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33dd5289b4e4635" /><Relationship Type="http://schemas.openxmlformats.org/officeDocument/2006/relationships/image" Target="/ppt/media/image.bin" Id="R7c2ac6fb80914e31" /><Relationship Type="http://schemas.openxmlformats.org/officeDocument/2006/relationships/notesSlide" Target="/ppt/notesSlides/notesSlide1.xml" Id="Rc3189325f32e4a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826c75aeb774a70" /><Relationship Type="http://schemas.openxmlformats.org/officeDocument/2006/relationships/notesSlide" Target="/ppt/notesSlides/notesSlide2.xml" Id="Rf9cff1b7a3e64f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282e56774164073" /><Relationship Type="http://schemas.openxmlformats.org/officeDocument/2006/relationships/notesSlide" Target="/ppt/notesSlides/notesSlide3.xml" Id="Rffca392beea244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2baf4028ad4193" /><Relationship Type="http://schemas.openxmlformats.org/officeDocument/2006/relationships/notesSlide" Target="/ppt/notesSlides/notesSlide4.xml" Id="Rd52ee211227c42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be62d4f4b26488c" /><Relationship Type="http://schemas.openxmlformats.org/officeDocument/2006/relationships/notesSlide" Target="/ppt/notesSlides/notesSlide5.xml" Id="R9315b0ce89e347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e02c46871cc41df" /><Relationship Type="http://schemas.openxmlformats.org/officeDocument/2006/relationships/notesSlide" Target="/ppt/notesSlides/notesSlide6.xml" Id="R2cc54d02a4434c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7145d93e3d4661" /><Relationship Type="http://schemas.openxmlformats.org/officeDocument/2006/relationships/notesSlide" Target="/ppt/notesSlides/notesSlide7.xml" Id="R5b4f673758e44c6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728dd701cae488d" /><Relationship Type="http://schemas.openxmlformats.org/officeDocument/2006/relationships/notesSlide" Target="/ppt/notesSlides/notesSlide8.xml" Id="R1078a3f38da14f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dd2de7d90c94c62" /><Relationship Type="http://schemas.openxmlformats.org/officeDocument/2006/relationships/notesSlide" Target="/ppt/notesSlides/notesSlide9.xml" Id="R65a20004be114d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65dc7fc72084775" /><Relationship Type="http://schemas.openxmlformats.org/officeDocument/2006/relationships/notesSlide" Target="/ppt/notesSlides/notesSlide10.xml" Id="R8951ad1ba0ac4f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fd0cf4b9e34787" /><Relationship Type="http://schemas.openxmlformats.org/officeDocument/2006/relationships/notesSlide" Target="/ppt/notesSlides/notesSlide11.xml" Id="Raac5ca20151349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d8f18e82372496b" /><Relationship Type="http://schemas.openxmlformats.org/officeDocument/2006/relationships/notesSlide" Target="/ppt/notesSlides/notesSlide12.xml" Id="Rf9d884a9887948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c3613812cbe4233" /><Relationship Type="http://schemas.openxmlformats.org/officeDocument/2006/relationships/notesSlide" Target="/ppt/notesSlides/notesSlide13.xml" Id="R92fab683b80842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dfab57a297f42a2" /><Relationship Type="http://schemas.openxmlformats.org/officeDocument/2006/relationships/notesSlide" Target="/ppt/notesSlides/notesSlide14.xml" Id="R0f5a545dcaca42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634d4d139b0495a" /><Relationship Type="http://schemas.openxmlformats.org/officeDocument/2006/relationships/notesSlide" Target="/ppt/notesSlides/notesSlide15.xml" Id="R734101de47a6435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f676793c7ab4bb1" /><Relationship Type="http://schemas.openxmlformats.org/officeDocument/2006/relationships/notesSlide" Target="/ppt/notesSlides/notesSlide16.xml" Id="Rcb59a62f0bfb4df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e38d915bef54b50" /><Relationship Type="http://schemas.openxmlformats.org/officeDocument/2006/relationships/notesSlide" Target="/ppt/notesSlides/notesSlide17.xml" Id="R2aca8240fb3542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e0db69606474caf" /><Relationship Type="http://schemas.openxmlformats.org/officeDocument/2006/relationships/image" Target="/ppt/media/image2.bin" Id="Rf353d80c3af745f6" /><Relationship Type="http://schemas.openxmlformats.org/officeDocument/2006/relationships/notesSlide" Target="/ppt/notesSlides/notesSlide18.xml" Id="R4ff3dfe1bc7a4c6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d6187d90c5b4081" /><Relationship Type="http://schemas.openxmlformats.org/officeDocument/2006/relationships/notesSlide" Target="/ppt/notesSlides/notesSlide19.xml" Id="R358f599871ee421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3731f416788441c" /><Relationship Type="http://schemas.openxmlformats.org/officeDocument/2006/relationships/image" Target="/ppt/media/image3.bin" Id="R5a5a2111341643f0" /><Relationship Type="http://schemas.openxmlformats.org/officeDocument/2006/relationships/notesSlide" Target="/ppt/notesSlides/notesSlide20.xml" Id="Re5d6e1f51a8643a8" /></Relationships>
</file>

<file path=ppt/slides/slide1.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20" name="cover-orange-bar">
            <a:extLst xmlns:a="http://schemas.openxmlformats.org/drawingml/2006/main">
              <a:ext uri="{FF2B5EF4-FFF2-40B4-BE49-F238E27FC236}">
                <a16:creationId xmlns:a16="http://schemas.microsoft.com/office/drawing/2014/main" id="{B9E883B2-2E62-4D90-996D-5B2705A2B494}"/>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6434E88E-84E0-4D90-9790-638EEAC72544}"/>
              </a:ext>
            </a:extLst>
          </p:cNvPr>
          <p:cNvSpPr>
            <a:spLocks xmlns:a="http://schemas.openxmlformats.org/drawingml/2006/main" noGrp="1"/>
          </p:cNvSpPr>
          <p:nvPr/>
        </p:nvSpPr>
        <p:spPr>
          <a:xfrm xmlns:a="http://schemas.openxmlformats.org/drawingml/2006/main">
            <a:off x="781050" y="552450"/>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BDE8E2"/>
                </a:solidFill>
              </a:defRPr>
            </a:pPr>
            <a:r>
              <a:rPr sz="1500" b="1">
                <a:solidFill>
                  <a:srgbClr val="BDE8E2"/>
                </a:solidFill>
              </a:rPr>
              <a:t>AI実務研修ライブラリ</a:t>
            </a:r>
          </a:p>
        </p:txBody>
      </p:sp>
      <p:sp>
        <p:nvSpPr>
          <p:cNvPr id="3" name="cover-title">
            <a:extLst xmlns:a="http://schemas.openxmlformats.org/drawingml/2006/main">
              <a:ext uri="{FF2B5EF4-FFF2-40B4-BE49-F238E27FC236}">
                <a16:creationId xmlns:a16="http://schemas.microsoft.com/office/drawing/2014/main" id="{82E30B0A-F511-4D9F-A5CC-ADDF2C53CF2A}"/>
              </a:ext>
            </a:extLst>
          </p:cNvPr>
          <p:cNvSpPr>
            <a:spLocks xmlns:a="http://schemas.openxmlformats.org/drawingml/2006/main" noGrp="1"/>
          </p:cNvSpPr>
          <p:nvPr/>
        </p:nvSpPr>
        <p:spPr>
          <a:xfrm xmlns:a="http://schemas.openxmlformats.org/drawingml/2006/main">
            <a:off x="781050" y="1219200"/>
            <a:ext cx="685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4350" b="1">
                <a:solidFill>
                  <a:srgbClr val="FFFFFF"/>
                </a:solidFill>
              </a:defRPr>
            </a:pPr>
            <a:r>
              <a:rPr sz="4350" b="1">
                <a:solidFill>
                  <a:srgbClr val="FFFFFF"/>
                </a:solidFill>
              </a:rPr>
              <a:t>AIチャット仕事術</a:t>
            </a:r>
          </a:p>
        </p:txBody>
      </p:sp>
      <p:sp>
        <p:nvSpPr>
          <p:cNvPr id="4" name="cover-message">
            <a:extLst xmlns:a="http://schemas.openxmlformats.org/drawingml/2006/main">
              <a:ext uri="{FF2B5EF4-FFF2-40B4-BE49-F238E27FC236}">
                <a16:creationId xmlns:a16="http://schemas.microsoft.com/office/drawing/2014/main" id="{D47BBD5B-C1A3-468A-88A7-7E5604439B5C}"/>
              </a:ext>
            </a:extLst>
          </p:cNvPr>
          <p:cNvSpPr>
            <a:spLocks xmlns:a="http://schemas.openxmlformats.org/drawingml/2006/main" noGrp="1"/>
          </p:cNvSpPr>
          <p:nvPr/>
        </p:nvSpPr>
        <p:spPr>
          <a:xfrm xmlns:a="http://schemas.openxmlformats.org/drawingml/2006/main">
            <a:off x="819150" y="2362200"/>
            <a:ext cx="67246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0">
                <a:solidFill>
                  <a:srgbClr val="E2F4F1"/>
                </a:solidFill>
              </a:defRPr>
            </a:pPr>
            <a:r>
              <a:rPr sz="1875" b="0">
                <a:solidFill>
                  <a:srgbClr val="E2F4F1"/>
                </a:solidFill>
              </a:rPr>
              <a:t>質問・調査・文書作成・検証・安全な使い方を、60分で実践する社内研修。</a:t>
            </a:r>
          </a:p>
        </p:txBody>
      </p:sp>
      <p:sp>
        <p:nvSpPr>
          <p:cNvPr id="5" name="cover-step-no-0">
            <a:extLst xmlns:a="http://schemas.openxmlformats.org/drawingml/2006/main">
              <a:ext uri="{FF2B5EF4-FFF2-40B4-BE49-F238E27FC236}">
                <a16:creationId xmlns:a16="http://schemas.microsoft.com/office/drawing/2014/main" id="{70D7C136-1242-43B6-BC5E-C86085CB8C5A}"/>
              </a:ext>
            </a:extLst>
          </p:cNvPr>
          <p:cNvSpPr>
            <a:spLocks xmlns:a="http://schemas.openxmlformats.org/drawingml/2006/main" noGrp="1"/>
          </p:cNvSpPr>
          <p:nvPr/>
        </p:nvSpPr>
        <p:spPr>
          <a:xfrm xmlns:a="http://schemas.openxmlformats.org/drawingml/2006/main">
            <a:off x="819150" y="36004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a:solidFill>
                  <a:srgbClr val="86D3CA"/>
                </a:solidFill>
              </a:defRPr>
            </a:pPr>
            <a:r>
              <a:rPr sz="1650" b="1">
                <a:solidFill>
                  <a:srgbClr val="86D3CA"/>
                </a:solidFill>
              </a:rPr>
              <a:t>01</a:t>
            </a:r>
          </a:p>
        </p:txBody>
      </p:sp>
      <p:sp>
        <p:nvSpPr>
          <p:cNvPr id="6" name="cover-step-0">
            <a:extLst xmlns:a="http://schemas.openxmlformats.org/drawingml/2006/main">
              <a:ext uri="{FF2B5EF4-FFF2-40B4-BE49-F238E27FC236}">
                <a16:creationId xmlns:a16="http://schemas.microsoft.com/office/drawing/2014/main" id="{96383ECB-A9E1-4A89-8C25-8143658942F1}"/>
              </a:ext>
            </a:extLst>
          </p:cNvPr>
          <p:cNvSpPr>
            <a:spLocks xmlns:a="http://schemas.openxmlformats.org/drawingml/2006/main" noGrp="1"/>
          </p:cNvSpPr>
          <p:nvPr/>
        </p:nvSpPr>
        <p:spPr>
          <a:xfrm xmlns:a="http://schemas.openxmlformats.org/drawingml/2006/main">
            <a:off x="819150" y="3952875"/>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FFFFFF"/>
                </a:solidFill>
              </a:defRPr>
            </a:pPr>
            <a:r>
              <a:rPr sz="1725" b="1">
                <a:solidFill>
                  <a:srgbClr val="FFFFFF"/>
                </a:solidFill>
              </a:rPr>
              <a:t>頼む</a:t>
            </a:r>
          </a:p>
        </p:txBody>
      </p:sp>
      <p:sp>
        <p:nvSpPr>
          <p:cNvPr id="7" name="cover-step-detail-0">
            <a:extLst xmlns:a="http://schemas.openxmlformats.org/drawingml/2006/main">
              <a:ext uri="{FF2B5EF4-FFF2-40B4-BE49-F238E27FC236}">
                <a16:creationId xmlns:a16="http://schemas.microsoft.com/office/drawing/2014/main" id="{42F045B8-9878-4702-BEDE-38EECD2B42FE}"/>
              </a:ext>
            </a:extLst>
          </p:cNvPr>
          <p:cNvSpPr>
            <a:spLocks xmlns:a="http://schemas.openxmlformats.org/drawingml/2006/main" noGrp="1"/>
          </p:cNvSpPr>
          <p:nvPr/>
        </p:nvSpPr>
        <p:spPr>
          <a:xfrm xmlns:a="http://schemas.openxmlformats.org/drawingml/2006/main">
            <a:off x="819150" y="4305300"/>
            <a:ext cx="1847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0">
                <a:solidFill>
                  <a:srgbClr val="C9E7E3"/>
                </a:solidFill>
              </a:defRPr>
            </a:pPr>
            <a:r>
              <a:rPr sz="1125" b="0">
                <a:solidFill>
                  <a:srgbClr val="C9E7E3"/>
                </a:solidFill>
              </a:rPr>
              <a:t>目的と条件を具体化</a:t>
            </a:r>
          </a:p>
        </p:txBody>
      </p:sp>
      <p:sp>
        <p:nvSpPr>
          <p:cNvPr id="8" name="cover-step-no-1">
            <a:extLst xmlns:a="http://schemas.openxmlformats.org/drawingml/2006/main">
              <a:ext uri="{FF2B5EF4-FFF2-40B4-BE49-F238E27FC236}">
                <a16:creationId xmlns:a16="http://schemas.microsoft.com/office/drawing/2014/main" id="{0DCA5870-B81B-4E17-A368-2371D07205EC}"/>
              </a:ext>
            </a:extLst>
          </p:cNvPr>
          <p:cNvSpPr>
            <a:spLocks xmlns:a="http://schemas.openxmlformats.org/drawingml/2006/main" noGrp="1"/>
          </p:cNvSpPr>
          <p:nvPr/>
        </p:nvSpPr>
        <p:spPr>
          <a:xfrm xmlns:a="http://schemas.openxmlformats.org/drawingml/2006/main">
            <a:off x="2990850" y="36004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a:solidFill>
                  <a:srgbClr val="F97316"/>
                </a:solidFill>
              </a:defRPr>
            </a:pPr>
            <a:r>
              <a:rPr sz="1650" b="1">
                <a:solidFill>
                  <a:srgbClr val="F97316"/>
                </a:solidFill>
              </a:rPr>
              <a:t>02</a:t>
            </a:r>
          </a:p>
        </p:txBody>
      </p:sp>
      <p:sp>
        <p:nvSpPr>
          <p:cNvPr id="9" name="cover-step-1">
            <a:extLst xmlns:a="http://schemas.openxmlformats.org/drawingml/2006/main">
              <a:ext uri="{FF2B5EF4-FFF2-40B4-BE49-F238E27FC236}">
                <a16:creationId xmlns:a16="http://schemas.microsoft.com/office/drawing/2014/main" id="{7A53181D-DCCC-4B13-84CB-AE75C0AB771C}"/>
              </a:ext>
            </a:extLst>
          </p:cNvPr>
          <p:cNvSpPr>
            <a:spLocks xmlns:a="http://schemas.openxmlformats.org/drawingml/2006/main" noGrp="1"/>
          </p:cNvSpPr>
          <p:nvPr/>
        </p:nvSpPr>
        <p:spPr>
          <a:xfrm xmlns:a="http://schemas.openxmlformats.org/drawingml/2006/main">
            <a:off x="2990850" y="3952875"/>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FFFFFF"/>
                </a:solidFill>
              </a:defRPr>
            </a:pPr>
            <a:r>
              <a:rPr sz="1725" b="1">
                <a:solidFill>
                  <a:srgbClr val="FFFFFF"/>
                </a:solidFill>
              </a:rPr>
              <a:t>直す</a:t>
            </a:r>
          </a:p>
        </p:txBody>
      </p:sp>
      <p:sp>
        <p:nvSpPr>
          <p:cNvPr id="10" name="cover-step-detail-1">
            <a:extLst xmlns:a="http://schemas.openxmlformats.org/drawingml/2006/main">
              <a:ext uri="{FF2B5EF4-FFF2-40B4-BE49-F238E27FC236}">
                <a16:creationId xmlns:a16="http://schemas.microsoft.com/office/drawing/2014/main" id="{5076304D-68F0-4993-B33D-A224B8A192CA}"/>
              </a:ext>
            </a:extLst>
          </p:cNvPr>
          <p:cNvSpPr>
            <a:spLocks xmlns:a="http://schemas.openxmlformats.org/drawingml/2006/main" noGrp="1"/>
          </p:cNvSpPr>
          <p:nvPr/>
        </p:nvSpPr>
        <p:spPr>
          <a:xfrm xmlns:a="http://schemas.openxmlformats.org/drawingml/2006/main">
            <a:off x="2990850" y="4305300"/>
            <a:ext cx="1847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0">
                <a:solidFill>
                  <a:srgbClr val="C9E7E3"/>
                </a:solidFill>
              </a:defRPr>
            </a:pPr>
            <a:r>
              <a:rPr sz="1125" b="0">
                <a:solidFill>
                  <a:srgbClr val="C9E7E3"/>
                </a:solidFill>
              </a:rPr>
              <a:t>対話で下書きを改善</a:t>
            </a:r>
          </a:p>
        </p:txBody>
      </p:sp>
      <p:sp>
        <p:nvSpPr>
          <p:cNvPr id="11" name="cover-step-no-2">
            <a:extLst xmlns:a="http://schemas.openxmlformats.org/drawingml/2006/main">
              <a:ext uri="{FF2B5EF4-FFF2-40B4-BE49-F238E27FC236}">
                <a16:creationId xmlns:a16="http://schemas.microsoft.com/office/drawing/2014/main" id="{587DD883-6DC2-4846-AB15-5D7D2E864839}"/>
              </a:ext>
            </a:extLst>
          </p:cNvPr>
          <p:cNvSpPr>
            <a:spLocks xmlns:a="http://schemas.openxmlformats.org/drawingml/2006/main" noGrp="1"/>
          </p:cNvSpPr>
          <p:nvPr/>
        </p:nvSpPr>
        <p:spPr>
          <a:xfrm xmlns:a="http://schemas.openxmlformats.org/drawingml/2006/main">
            <a:off x="5162550" y="3600450"/>
            <a:ext cx="514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1">
                <a:solidFill>
                  <a:srgbClr val="86D3CA"/>
                </a:solidFill>
              </a:defRPr>
            </a:pPr>
            <a:r>
              <a:rPr sz="1650" b="1">
                <a:solidFill>
                  <a:srgbClr val="86D3CA"/>
                </a:solidFill>
              </a:rPr>
              <a:t>03</a:t>
            </a:r>
          </a:p>
        </p:txBody>
      </p:sp>
      <p:sp>
        <p:nvSpPr>
          <p:cNvPr id="12" name="cover-step-2">
            <a:extLst xmlns:a="http://schemas.openxmlformats.org/drawingml/2006/main">
              <a:ext uri="{FF2B5EF4-FFF2-40B4-BE49-F238E27FC236}">
                <a16:creationId xmlns:a16="http://schemas.microsoft.com/office/drawing/2014/main" id="{FFC03606-F199-470E-8522-4BE6D9ADBC54}"/>
              </a:ext>
            </a:extLst>
          </p:cNvPr>
          <p:cNvSpPr>
            <a:spLocks xmlns:a="http://schemas.openxmlformats.org/drawingml/2006/main" noGrp="1"/>
          </p:cNvSpPr>
          <p:nvPr/>
        </p:nvSpPr>
        <p:spPr>
          <a:xfrm xmlns:a="http://schemas.openxmlformats.org/drawingml/2006/main">
            <a:off x="5162550" y="3952875"/>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FFFFFF"/>
                </a:solidFill>
              </a:defRPr>
            </a:pPr>
            <a:r>
              <a:rPr sz="1725" b="1">
                <a:solidFill>
                  <a:srgbClr val="FFFFFF"/>
                </a:solidFill>
              </a:rPr>
              <a:t>確かめる</a:t>
            </a:r>
          </a:p>
        </p:txBody>
      </p:sp>
      <p:sp>
        <p:nvSpPr>
          <p:cNvPr id="13" name="cover-step-detail-2">
            <a:extLst xmlns:a="http://schemas.openxmlformats.org/drawingml/2006/main">
              <a:ext uri="{FF2B5EF4-FFF2-40B4-BE49-F238E27FC236}">
                <a16:creationId xmlns:a16="http://schemas.microsoft.com/office/drawing/2014/main" id="{B66154BD-C8B6-475C-AF73-DBBED9426E26}"/>
              </a:ext>
            </a:extLst>
          </p:cNvPr>
          <p:cNvSpPr>
            <a:spLocks xmlns:a="http://schemas.openxmlformats.org/drawingml/2006/main" noGrp="1"/>
          </p:cNvSpPr>
          <p:nvPr/>
        </p:nvSpPr>
        <p:spPr>
          <a:xfrm xmlns:a="http://schemas.openxmlformats.org/drawingml/2006/main">
            <a:off x="5162550" y="4305300"/>
            <a:ext cx="1847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0">
                <a:solidFill>
                  <a:srgbClr val="C9E7E3"/>
                </a:solidFill>
              </a:defRPr>
            </a:pPr>
            <a:r>
              <a:rPr sz="1125" b="0">
                <a:solidFill>
                  <a:srgbClr val="C9E7E3"/>
                </a:solidFill>
              </a:rPr>
              <a:t>原資料と人の判断を残す</a:t>
            </a:r>
          </a:p>
        </p:txBody>
      </p:sp>
      <p:sp>
        <p:nvSpPr>
          <p:cNvPr id="14" name="cover-mascot-disc">
            <a:extLst xmlns:a="http://schemas.openxmlformats.org/drawingml/2006/main">
              <a:ext uri="{FF2B5EF4-FFF2-40B4-BE49-F238E27FC236}">
                <a16:creationId xmlns:a16="http://schemas.microsoft.com/office/drawing/2014/main" id="{11CA0366-ACD6-4CA9-9D56-1B79B2F8FDBC}"/>
              </a:ext>
            </a:extLst>
          </p:cNvPr>
          <p:cNvSpPr>
            <a:spLocks xmlns:a="http://schemas.openxmlformats.org/drawingml/2006/main" noGrp="1"/>
          </p:cNvSpPr>
          <p:nvPr/>
        </p:nvSpPr>
        <p:spPr>
          <a:xfrm xmlns:a="http://schemas.openxmlformats.org/drawingml/2006/main">
            <a:off x="8496300" y="1181100"/>
            <a:ext cx="2628900" cy="2628900"/>
          </a:xfrm>
          <a:prstGeom xmlns:a="http://schemas.openxmlformats.org/drawingml/2006/main" prst="ellipse">
            <a:avLst/>
          </a:prstGeom>
          <a:solidFill xmlns:a="http://schemas.openxmlformats.org/drawingml/2006/main">
            <a:srgbClr val="ECF7F5"/>
          </a:solidFill>
          <a:ln xmlns:a="http://schemas.openxmlformats.org/drawingml/2006/main" w="0">
            <a:noFill/>
            <a:prstDash val="solid"/>
          </a:ln>
        </p:spPr>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7c2ac6fb80914e31"/>
          <a:stretch xmlns:a="http://schemas.openxmlformats.org/drawingml/2006/main"/>
        </p:blipFill>
        <p:spPr>
          <a:xfrm xmlns:a="http://schemas.openxmlformats.org/drawingml/2006/main">
            <a:off x="8686800" y="1368623"/>
            <a:ext cx="2247900" cy="2177653"/>
          </a:xfrm>
          <a:prstGeom xmlns:a="http://schemas.openxmlformats.org/drawingml/2006/main" prst="rect">
            <a:avLst/>
          </a:prstGeom>
        </p:spPr>
      </p:pic>
      <p:sp>
        <p:nvSpPr>
          <p:cNvPr id="16" name="cover-time">
            <a:extLst xmlns:a="http://schemas.openxmlformats.org/drawingml/2006/main">
              <a:ext uri="{FF2B5EF4-FFF2-40B4-BE49-F238E27FC236}">
                <a16:creationId xmlns:a16="http://schemas.microsoft.com/office/drawing/2014/main" id="{E1451E76-0256-464F-BF56-B43065A56FED}"/>
              </a:ext>
            </a:extLst>
          </p:cNvPr>
          <p:cNvSpPr>
            <a:spLocks xmlns:a="http://schemas.openxmlformats.org/drawingml/2006/main" noGrp="1"/>
          </p:cNvSpPr>
          <p:nvPr/>
        </p:nvSpPr>
        <p:spPr>
          <a:xfrm xmlns:a="http://schemas.openxmlformats.org/drawingml/2006/main">
            <a:off x="819150" y="52197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1">
                <a:solidFill>
                  <a:srgbClr val="FFFFFF"/>
                </a:solidFill>
              </a:defRPr>
            </a:pPr>
            <a:r>
              <a:rPr sz="1425" b="1">
                <a:solidFill>
                  <a:srgbClr val="FFFFFF"/>
                </a:solidFill>
              </a:rPr>
              <a:t>音声付き 約35〜50分　｜　演習・討議込み 約60分　｜　基準日 2026年8月27日</a:t>
            </a:r>
          </a:p>
        </p:txBody>
      </p:sp>
      <p:sp>
        <p:nvSpPr>
          <p:cNvPr id="17" name="cover-boundary">
            <a:extLst xmlns:a="http://schemas.openxmlformats.org/drawingml/2006/main">
              <a:ext uri="{FF2B5EF4-FFF2-40B4-BE49-F238E27FC236}">
                <a16:creationId xmlns:a16="http://schemas.microsoft.com/office/drawing/2014/main" id="{D0177FF8-5224-4252-AA35-0B38AEFBAE4B}"/>
              </a:ext>
            </a:extLst>
          </p:cNvPr>
          <p:cNvSpPr>
            <a:spLocks xmlns:a="http://schemas.openxmlformats.org/drawingml/2006/main" noGrp="1"/>
          </p:cNvSpPr>
          <p:nvPr/>
        </p:nvSpPr>
        <p:spPr>
          <a:xfrm xmlns:a="http://schemas.openxmlformats.org/drawingml/2006/main">
            <a:off x="819150" y="5829300"/>
            <a:ext cx="914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125" b="0">
                <a:solidFill>
                  <a:srgbClr val="C6E7E3"/>
                </a:solidFill>
              </a:defRPr>
            </a:pPr>
            <a:r>
              <a:rPr sz="1125" b="0">
                <a:solidFill>
                  <a:srgbClr val="C6E7E3"/>
                </a:solidFill>
              </a:rPr>
              <a:t>この教材は社内AI研修用です。資格・認定講座ではなく、個別案件の法務判断を代替しません。</a:t>
            </a:r>
          </a:p>
        </p:txBody>
      </p:sp>
      <p:sp>
        <p:nvSpPr>
          <p:cNvPr id="18" name="cover-date">
            <a:extLst xmlns:a="http://schemas.openxmlformats.org/drawingml/2006/main">
              <a:ext uri="{FF2B5EF4-FFF2-40B4-BE49-F238E27FC236}">
                <a16:creationId xmlns:a16="http://schemas.microsoft.com/office/drawing/2014/main" id="{85737E79-5BCA-4728-AE6A-AAEAC353FAEA}"/>
              </a:ext>
            </a:extLst>
          </p:cNvPr>
          <p:cNvSpPr>
            <a:spLocks xmlns:a="http://schemas.openxmlformats.org/drawingml/2006/main" noGrp="1"/>
          </p:cNvSpPr>
          <p:nvPr/>
        </p:nvSpPr>
        <p:spPr>
          <a:xfrm xmlns:a="http://schemas.openxmlformats.org/drawingml/2006/main">
            <a:off x="819150" y="61912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050" b="0">
                <a:solidFill>
                  <a:srgbClr val="92CBC4"/>
                </a:solidFill>
              </a:defRPr>
            </a:pPr>
            <a:r>
              <a:rPr sz="1050" b="0">
                <a:solidFill>
                  <a:srgbClr val="92CBC4"/>
                </a:solidFill>
              </a:rPr>
              <a:t>基準日 2026年8月27日</a:t>
            </a:r>
          </a:p>
        </p:txBody>
      </p:sp>
      <p:sp>
        <p:nvSpPr>
          <p:cNvPr id="19" name="cover-slide-no">
            <a:extLst xmlns:a="http://schemas.openxmlformats.org/drawingml/2006/main">
              <a:ext uri="{FF2B5EF4-FFF2-40B4-BE49-F238E27FC236}">
                <a16:creationId xmlns:a16="http://schemas.microsoft.com/office/drawing/2014/main" id="{0E533367-BEBF-4153-96BD-9298DB91D254}"/>
              </a:ext>
            </a:extLst>
          </p:cNvPr>
          <p:cNvSpPr>
            <a:spLocks xmlns:a="http://schemas.openxmlformats.org/drawingml/2006/main" noGrp="1"/>
          </p:cNvSpPr>
          <p:nvPr/>
        </p:nvSpPr>
        <p:spPr>
          <a:xfrm xmlns:a="http://schemas.openxmlformats.org/drawingml/2006/main">
            <a:off x="10287000" y="6229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0">
                <a:solidFill>
                  <a:srgbClr val="92CBC4"/>
                </a:solidFill>
              </a:defRPr>
            </a:pPr>
            <a:r>
              <a:rPr sz="1050" b="0">
                <a:solidFill>
                  <a:srgbClr val="92CBC4"/>
                </a:solidFill>
              </a:rPr>
              <a:t>01 / 20</a:t>
            </a:r>
          </a:p>
        </p:txBody>
      </p:sp>
    </p:spTree>
    <p:extLst>
      <p:ext uri="{BB962C8B-B14F-4D97-AF65-F5344CB8AC3E}">
        <p14:creationId xmlns:p14="http://schemas.microsoft.com/office/powerpoint/2010/main" val="798312785"/>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2" name="accent-2">
            <a:extLst xmlns:a="http://schemas.openxmlformats.org/drawingml/2006/main">
              <a:ext uri="{FF2B5EF4-FFF2-40B4-BE49-F238E27FC236}">
                <a16:creationId xmlns:a16="http://schemas.microsoft.com/office/drawing/2014/main" id="{BB01A026-9288-4F6A-A058-AAC4311E43C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2">
            <a:extLst xmlns:a="http://schemas.openxmlformats.org/drawingml/2006/main">
              <a:ext uri="{FF2B5EF4-FFF2-40B4-BE49-F238E27FC236}">
                <a16:creationId xmlns:a16="http://schemas.microsoft.com/office/drawing/2014/main" id="{BF2C8336-4D56-4792-9129-C3D7F050DA92}"/>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研修のゴール</a:t>
            </a:r>
          </a:p>
        </p:txBody>
      </p:sp>
      <p:sp>
        <p:nvSpPr>
          <p:cNvPr id="3" name="label-2">
            <a:extLst xmlns:a="http://schemas.openxmlformats.org/drawingml/2006/main">
              <a:ext uri="{FF2B5EF4-FFF2-40B4-BE49-F238E27FC236}">
                <a16:creationId xmlns:a16="http://schemas.microsoft.com/office/drawing/2014/main" id="{12B34CB8-7CD8-492E-9AA4-0842B771B0A0}"/>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2">
            <a:extLst xmlns:a="http://schemas.openxmlformats.org/drawingml/2006/main">
              <a:ext uri="{FF2B5EF4-FFF2-40B4-BE49-F238E27FC236}">
                <a16:creationId xmlns:a16="http://schemas.microsoft.com/office/drawing/2014/main" id="{7E689705-F598-43A9-B919-1CE32E153AAD}"/>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今日できるようになる3つ</a:t>
            </a:r>
          </a:p>
        </p:txBody>
      </p:sp>
      <p:sp>
        <p:nvSpPr>
          <p:cNvPr id="5" name="title-rule-2">
            <a:extLst xmlns:a="http://schemas.openxmlformats.org/drawingml/2006/main">
              <a:ext uri="{FF2B5EF4-FFF2-40B4-BE49-F238E27FC236}">
                <a16:creationId xmlns:a16="http://schemas.microsoft.com/office/drawing/2014/main" id="{AAC71CB1-E52A-4AAB-9A4F-6C2ECA3BE691}"/>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2">
            <a:extLst xmlns:a="http://schemas.openxmlformats.org/drawingml/2006/main">
              <a:ext uri="{FF2B5EF4-FFF2-40B4-BE49-F238E27FC236}">
                <a16:creationId xmlns:a16="http://schemas.microsoft.com/office/drawing/2014/main" id="{47B3B5DE-2C2D-4313-B8F3-4E41E16353E8}"/>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依頼を組み立て、回答を検証し、安全な範囲で人が最終判断する。</a:t>
            </a:r>
          </a:p>
        </p:txBody>
      </p:sp>
      <p:sp>
        <p:nvSpPr>
          <p:cNvPr id="7" name="step-arrow-2-0">
            <a:extLst xmlns:a="http://schemas.openxmlformats.org/drawingml/2006/main">
              <a:ext uri="{FF2B5EF4-FFF2-40B4-BE49-F238E27FC236}">
                <a16:creationId xmlns:a16="http://schemas.microsoft.com/office/drawing/2014/main" id="{416DBC2B-CD54-4D09-824D-DCD53E27B0FA}"/>
              </a:ext>
            </a:extLst>
          </p:cNvPr>
          <p:cNvSpPr>
            <a:spLocks xmlns:a="http://schemas.openxmlformats.org/drawingml/2006/main" noGrp="1"/>
          </p:cNvSpPr>
          <p:nvPr/>
        </p:nvSpPr>
        <p:spPr>
          <a:xfrm xmlns:a="http://schemas.openxmlformats.org/drawingml/2006/main">
            <a:off x="413385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2-1">
            <a:extLst xmlns:a="http://schemas.openxmlformats.org/drawingml/2006/main">
              <a:ext uri="{FF2B5EF4-FFF2-40B4-BE49-F238E27FC236}">
                <a16:creationId xmlns:a16="http://schemas.microsoft.com/office/drawing/2014/main" id="{0BCF28A5-A217-49A4-827F-B7DD1BABDEF6}"/>
              </a:ext>
            </a:extLst>
          </p:cNvPr>
          <p:cNvSpPr>
            <a:spLocks xmlns:a="http://schemas.openxmlformats.org/drawingml/2006/main" noGrp="1"/>
          </p:cNvSpPr>
          <p:nvPr/>
        </p:nvSpPr>
        <p:spPr>
          <a:xfrm xmlns:a="http://schemas.openxmlformats.org/drawingml/2006/main">
            <a:off x="784860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card-2-0">
            <a:extLst xmlns:a="http://schemas.openxmlformats.org/drawingml/2006/main">
              <a:ext uri="{FF2B5EF4-FFF2-40B4-BE49-F238E27FC236}">
                <a16:creationId xmlns:a16="http://schemas.microsoft.com/office/drawing/2014/main" id="{1DE6A325-5867-41C7-8834-D432E1D7E0F1}"/>
              </a:ext>
            </a:extLst>
          </p:cNvPr>
          <p:cNvSpPr>
            <a:spLocks xmlns:a="http://schemas.openxmlformats.org/drawingml/2006/main" noGrp="1"/>
          </p:cNvSpPr>
          <p:nvPr/>
        </p:nvSpPr>
        <p:spPr>
          <a:xfrm xmlns:a="http://schemas.openxmlformats.org/drawingml/2006/main">
            <a:off x="6477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0" name="step-band-2-0">
            <a:extLst xmlns:a="http://schemas.openxmlformats.org/drawingml/2006/main">
              <a:ext uri="{FF2B5EF4-FFF2-40B4-BE49-F238E27FC236}">
                <a16:creationId xmlns:a16="http://schemas.microsoft.com/office/drawing/2014/main" id="{35C113DF-4A0C-4378-8F1C-2FC90CFCC6A8}"/>
              </a:ext>
            </a:extLst>
          </p:cNvPr>
          <p:cNvSpPr>
            <a:spLocks xmlns:a="http://schemas.openxmlformats.org/drawingml/2006/main" noGrp="1"/>
          </p:cNvSpPr>
          <p:nvPr/>
        </p:nvSpPr>
        <p:spPr>
          <a:xfrm xmlns:a="http://schemas.openxmlformats.org/drawingml/2006/main">
            <a:off x="647700" y="2362200"/>
            <a:ext cx="3467100"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1" name="step-no-2-0">
            <a:extLst xmlns:a="http://schemas.openxmlformats.org/drawingml/2006/main">
              <a:ext uri="{FF2B5EF4-FFF2-40B4-BE49-F238E27FC236}">
                <a16:creationId xmlns:a16="http://schemas.microsoft.com/office/drawing/2014/main" id="{11188731-8626-4CBA-AF29-DAEFE7234709}"/>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0B6B66"/>
                </a:solidFill>
              </a:defRPr>
            </a:pPr>
            <a:r>
              <a:rPr sz="3450" b="1">
                <a:solidFill>
                  <a:srgbClr val="0B6B66"/>
                </a:solidFill>
              </a:rPr>
              <a:t>01</a:t>
            </a:r>
          </a:p>
        </p:txBody>
      </p:sp>
      <p:sp>
        <p:nvSpPr>
          <p:cNvPr id="12" name="step-label-2-0">
            <a:extLst xmlns:a="http://schemas.openxmlformats.org/drawingml/2006/main">
              <a:ext uri="{FF2B5EF4-FFF2-40B4-BE49-F238E27FC236}">
                <a16:creationId xmlns:a16="http://schemas.microsoft.com/office/drawing/2014/main" id="{EE9A3129-4371-4544-A212-3B41BBEE19D3}"/>
              </a:ext>
            </a:extLst>
          </p:cNvPr>
          <p:cNvSpPr>
            <a:spLocks xmlns:a="http://schemas.openxmlformats.org/drawingml/2006/main" noGrp="1"/>
          </p:cNvSpPr>
          <p:nvPr/>
        </p:nvSpPr>
        <p:spPr>
          <a:xfrm xmlns:a="http://schemas.openxmlformats.org/drawingml/2006/main">
            <a:off x="8572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依頼を組み立てる</a:t>
            </a:r>
          </a:p>
        </p:txBody>
      </p:sp>
      <p:sp>
        <p:nvSpPr>
          <p:cNvPr id="13" name="step-rule-2-0">
            <a:extLst xmlns:a="http://schemas.openxmlformats.org/drawingml/2006/main">
              <a:ext uri="{FF2B5EF4-FFF2-40B4-BE49-F238E27FC236}">
                <a16:creationId xmlns:a16="http://schemas.microsoft.com/office/drawing/2014/main" id="{6A4202DA-6371-44A7-95C3-1F01F6FED184}"/>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4" name="step-detail-2-0">
            <a:extLst xmlns:a="http://schemas.openxmlformats.org/drawingml/2006/main">
              <a:ext uri="{FF2B5EF4-FFF2-40B4-BE49-F238E27FC236}">
                <a16:creationId xmlns:a16="http://schemas.microsoft.com/office/drawing/2014/main" id="{BB6D8E4C-CDA9-41CF-9FDD-4CB9320F5775}"/>
              </a:ext>
            </a:extLst>
          </p:cNvPr>
          <p:cNvSpPr>
            <a:spLocks xmlns:a="http://schemas.openxmlformats.org/drawingml/2006/main" noGrp="1"/>
          </p:cNvSpPr>
          <p:nvPr/>
        </p:nvSpPr>
        <p:spPr>
          <a:xfrm xmlns:a="http://schemas.openxmlformats.org/drawingml/2006/main">
            <a:off x="8572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4要素で曖昧さを減らす</a:t>
            </a:r>
          </a:p>
        </p:txBody>
      </p:sp>
      <p:sp>
        <p:nvSpPr>
          <p:cNvPr id="15" name="step-card-2-1">
            <a:extLst xmlns:a="http://schemas.openxmlformats.org/drawingml/2006/main">
              <a:ext uri="{FF2B5EF4-FFF2-40B4-BE49-F238E27FC236}">
                <a16:creationId xmlns:a16="http://schemas.microsoft.com/office/drawing/2014/main" id="{2F6E7938-452B-46BD-9919-C69C9B1D381D}"/>
              </a:ext>
            </a:extLst>
          </p:cNvPr>
          <p:cNvSpPr>
            <a:spLocks xmlns:a="http://schemas.openxmlformats.org/drawingml/2006/main" noGrp="1"/>
          </p:cNvSpPr>
          <p:nvPr/>
        </p:nvSpPr>
        <p:spPr>
          <a:xfrm xmlns:a="http://schemas.openxmlformats.org/drawingml/2006/main">
            <a:off x="436245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6" name="step-band-2-1">
            <a:extLst xmlns:a="http://schemas.openxmlformats.org/drawingml/2006/main">
              <a:ext uri="{FF2B5EF4-FFF2-40B4-BE49-F238E27FC236}">
                <a16:creationId xmlns:a16="http://schemas.microsoft.com/office/drawing/2014/main" id="{C9981439-A1A0-4A8B-8A6C-7F7E38DCF70B}"/>
              </a:ext>
            </a:extLst>
          </p:cNvPr>
          <p:cNvSpPr>
            <a:spLocks xmlns:a="http://schemas.openxmlformats.org/drawingml/2006/main" noGrp="1"/>
          </p:cNvSpPr>
          <p:nvPr/>
        </p:nvSpPr>
        <p:spPr>
          <a:xfrm xmlns:a="http://schemas.openxmlformats.org/drawingml/2006/main">
            <a:off x="4362450" y="2362200"/>
            <a:ext cx="3467100"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7" name="step-no-2-1">
            <a:extLst xmlns:a="http://schemas.openxmlformats.org/drawingml/2006/main">
              <a:ext uri="{FF2B5EF4-FFF2-40B4-BE49-F238E27FC236}">
                <a16:creationId xmlns:a16="http://schemas.microsoft.com/office/drawing/2014/main" id="{16E1F23F-9F02-4A08-9C55-D044911007F3}"/>
              </a:ext>
            </a:extLst>
          </p:cNvPr>
          <p:cNvSpPr>
            <a:spLocks xmlns:a="http://schemas.openxmlformats.org/drawingml/2006/main" noGrp="1"/>
          </p:cNvSpPr>
          <p:nvPr/>
        </p:nvSpPr>
        <p:spPr>
          <a:xfrm xmlns:a="http://schemas.openxmlformats.org/drawingml/2006/main">
            <a:off x="457200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F97316"/>
                </a:solidFill>
              </a:defRPr>
            </a:pPr>
            <a:r>
              <a:rPr sz="3450" b="1">
                <a:solidFill>
                  <a:srgbClr val="F97316"/>
                </a:solidFill>
              </a:rPr>
              <a:t>02</a:t>
            </a:r>
          </a:p>
        </p:txBody>
      </p:sp>
      <p:sp>
        <p:nvSpPr>
          <p:cNvPr id="18" name="step-label-2-1">
            <a:extLst xmlns:a="http://schemas.openxmlformats.org/drawingml/2006/main">
              <a:ext uri="{FF2B5EF4-FFF2-40B4-BE49-F238E27FC236}">
                <a16:creationId xmlns:a16="http://schemas.microsoft.com/office/drawing/2014/main" id="{5870EEA6-FF07-4CFE-92AC-A69D3BE8E30F}"/>
              </a:ext>
            </a:extLst>
          </p:cNvPr>
          <p:cNvSpPr>
            <a:spLocks xmlns:a="http://schemas.openxmlformats.org/drawingml/2006/main" noGrp="1"/>
          </p:cNvSpPr>
          <p:nvPr/>
        </p:nvSpPr>
        <p:spPr>
          <a:xfrm xmlns:a="http://schemas.openxmlformats.org/drawingml/2006/main">
            <a:off x="457200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回答を検証する</a:t>
            </a:r>
          </a:p>
        </p:txBody>
      </p:sp>
      <p:sp>
        <p:nvSpPr>
          <p:cNvPr id="19" name="step-rule-2-1">
            <a:extLst xmlns:a="http://schemas.openxmlformats.org/drawingml/2006/main">
              <a:ext uri="{FF2B5EF4-FFF2-40B4-BE49-F238E27FC236}">
                <a16:creationId xmlns:a16="http://schemas.microsoft.com/office/drawing/2014/main" id="{AF34CCA3-BAC2-43B6-8F51-6F970E8106A0}"/>
              </a:ext>
            </a:extLst>
          </p:cNvPr>
          <p:cNvSpPr>
            <a:spLocks xmlns:a="http://schemas.openxmlformats.org/drawingml/2006/main" noGrp="1"/>
          </p:cNvSpPr>
          <p:nvPr/>
        </p:nvSpPr>
        <p:spPr>
          <a:xfrm xmlns:a="http://schemas.openxmlformats.org/drawingml/2006/main">
            <a:off x="4572000"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0" name="step-detail-2-1">
            <a:extLst xmlns:a="http://schemas.openxmlformats.org/drawingml/2006/main">
              <a:ext uri="{FF2B5EF4-FFF2-40B4-BE49-F238E27FC236}">
                <a16:creationId xmlns:a16="http://schemas.microsoft.com/office/drawing/2014/main" id="{C383F7E1-DE98-480B-9EFF-FFC37FC7E5C2}"/>
              </a:ext>
            </a:extLst>
          </p:cNvPr>
          <p:cNvSpPr>
            <a:spLocks xmlns:a="http://schemas.openxmlformats.org/drawingml/2006/main" noGrp="1"/>
          </p:cNvSpPr>
          <p:nvPr/>
        </p:nvSpPr>
        <p:spPr>
          <a:xfrm xmlns:a="http://schemas.openxmlformats.org/drawingml/2006/main">
            <a:off x="457200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数字・引用・法令を原資料へ戻す</a:t>
            </a:r>
          </a:p>
        </p:txBody>
      </p:sp>
      <p:sp>
        <p:nvSpPr>
          <p:cNvPr id="21" name="step-card-2-2">
            <a:extLst xmlns:a="http://schemas.openxmlformats.org/drawingml/2006/main">
              <a:ext uri="{FF2B5EF4-FFF2-40B4-BE49-F238E27FC236}">
                <a16:creationId xmlns:a16="http://schemas.microsoft.com/office/drawing/2014/main" id="{E122EE46-F8CF-4852-A87D-BB8CF055ECF3}"/>
              </a:ext>
            </a:extLst>
          </p:cNvPr>
          <p:cNvSpPr>
            <a:spLocks xmlns:a="http://schemas.openxmlformats.org/drawingml/2006/main" noGrp="1"/>
          </p:cNvSpPr>
          <p:nvPr/>
        </p:nvSpPr>
        <p:spPr>
          <a:xfrm xmlns:a="http://schemas.openxmlformats.org/drawingml/2006/main">
            <a:off x="80772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2" name="step-band-2-2">
            <a:extLst xmlns:a="http://schemas.openxmlformats.org/drawingml/2006/main">
              <a:ext uri="{FF2B5EF4-FFF2-40B4-BE49-F238E27FC236}">
                <a16:creationId xmlns:a16="http://schemas.microsoft.com/office/drawing/2014/main" id="{8FD9B5D4-BDBE-45F7-9684-E22178814698}"/>
              </a:ext>
            </a:extLst>
          </p:cNvPr>
          <p:cNvSpPr>
            <a:spLocks xmlns:a="http://schemas.openxmlformats.org/drawingml/2006/main" noGrp="1"/>
          </p:cNvSpPr>
          <p:nvPr/>
        </p:nvSpPr>
        <p:spPr>
          <a:xfrm xmlns:a="http://schemas.openxmlformats.org/drawingml/2006/main">
            <a:off x="8077200" y="2362200"/>
            <a:ext cx="3467100"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3" name="step-no-2-2">
            <a:extLst xmlns:a="http://schemas.openxmlformats.org/drawingml/2006/main">
              <a:ext uri="{FF2B5EF4-FFF2-40B4-BE49-F238E27FC236}">
                <a16:creationId xmlns:a16="http://schemas.microsoft.com/office/drawing/2014/main" id="{469F084D-F593-4279-B930-B43C6CBA503D}"/>
              </a:ext>
            </a:extLst>
          </p:cNvPr>
          <p:cNvSpPr>
            <a:spLocks xmlns:a="http://schemas.openxmlformats.org/drawingml/2006/main" noGrp="1"/>
          </p:cNvSpPr>
          <p:nvPr/>
        </p:nvSpPr>
        <p:spPr>
          <a:xfrm xmlns:a="http://schemas.openxmlformats.org/drawingml/2006/main">
            <a:off x="82867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0F6B8A"/>
                </a:solidFill>
              </a:defRPr>
            </a:pPr>
            <a:r>
              <a:rPr sz="3450" b="1">
                <a:solidFill>
                  <a:srgbClr val="0F6B8A"/>
                </a:solidFill>
              </a:rPr>
              <a:t>03</a:t>
            </a:r>
          </a:p>
        </p:txBody>
      </p:sp>
      <p:sp>
        <p:nvSpPr>
          <p:cNvPr id="24" name="step-label-2-2">
            <a:extLst xmlns:a="http://schemas.openxmlformats.org/drawingml/2006/main">
              <a:ext uri="{FF2B5EF4-FFF2-40B4-BE49-F238E27FC236}">
                <a16:creationId xmlns:a16="http://schemas.microsoft.com/office/drawing/2014/main" id="{FB572E40-2524-4F8D-A3F9-BAE0655EFA10}"/>
              </a:ext>
            </a:extLst>
          </p:cNvPr>
          <p:cNvSpPr>
            <a:spLocks xmlns:a="http://schemas.openxmlformats.org/drawingml/2006/main" noGrp="1"/>
          </p:cNvSpPr>
          <p:nvPr/>
        </p:nvSpPr>
        <p:spPr>
          <a:xfrm xmlns:a="http://schemas.openxmlformats.org/drawingml/2006/main">
            <a:off x="82867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安全に使う</a:t>
            </a:r>
          </a:p>
        </p:txBody>
      </p:sp>
      <p:sp>
        <p:nvSpPr>
          <p:cNvPr id="25" name="step-rule-2-2">
            <a:extLst xmlns:a="http://schemas.openxmlformats.org/drawingml/2006/main">
              <a:ext uri="{FF2B5EF4-FFF2-40B4-BE49-F238E27FC236}">
                <a16:creationId xmlns:a16="http://schemas.microsoft.com/office/drawing/2014/main" id="{FB9E7DA0-76F4-4700-ACA0-5DFB206CFCC0}"/>
              </a:ext>
            </a:extLst>
          </p:cNvPr>
          <p:cNvSpPr>
            <a:spLocks xmlns:a="http://schemas.openxmlformats.org/drawingml/2006/main" noGrp="1"/>
          </p:cNvSpPr>
          <p:nvPr/>
        </p:nvSpPr>
        <p:spPr>
          <a:xfrm xmlns:a="http://schemas.openxmlformats.org/drawingml/2006/main">
            <a:off x="8286750"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6" name="step-detail-2-2">
            <a:extLst xmlns:a="http://schemas.openxmlformats.org/drawingml/2006/main">
              <a:ext uri="{FF2B5EF4-FFF2-40B4-BE49-F238E27FC236}">
                <a16:creationId xmlns:a16="http://schemas.microsoft.com/office/drawing/2014/main" id="{DB0C7676-C034-4D0C-BFB4-11AECFBEC681}"/>
              </a:ext>
            </a:extLst>
          </p:cNvPr>
          <p:cNvSpPr>
            <a:spLocks xmlns:a="http://schemas.openxmlformats.org/drawingml/2006/main" noGrp="1"/>
          </p:cNvSpPr>
          <p:nvPr/>
        </p:nvSpPr>
        <p:spPr>
          <a:xfrm xmlns:a="http://schemas.openxmlformats.org/drawingml/2006/main">
            <a:off x="82867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必要最小限の情報と人の確認</a:t>
            </a:r>
          </a:p>
        </p:txBody>
      </p:sp>
      <p:sp>
        <p:nvSpPr>
          <p:cNvPr id="27" name="body-callout-2">
            <a:extLst xmlns:a="http://schemas.openxmlformats.org/drawingml/2006/main">
              <a:ext uri="{FF2B5EF4-FFF2-40B4-BE49-F238E27FC236}">
                <a16:creationId xmlns:a16="http://schemas.microsoft.com/office/drawing/2014/main" id="{59BCCACB-9364-477A-AE25-31660637FB3F}"/>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28" name="body-text-2">
            <a:extLst xmlns:a="http://schemas.openxmlformats.org/drawingml/2006/main">
              <a:ext uri="{FF2B5EF4-FFF2-40B4-BE49-F238E27FC236}">
                <a16:creationId xmlns:a16="http://schemas.microsoft.com/office/drawing/2014/main" id="{880C232A-DF43-433E-81B7-6AF5143943D4}"/>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AI出力は完成品ではなく、確認する下書きとして扱う</a:t>
            </a:r>
          </a:p>
        </p:txBody>
      </p:sp>
      <p:sp>
        <p:nvSpPr>
          <p:cNvPr id="29" name="footer-rule-2">
            <a:extLst xmlns:a="http://schemas.openxmlformats.org/drawingml/2006/main">
              <a:ext uri="{FF2B5EF4-FFF2-40B4-BE49-F238E27FC236}">
                <a16:creationId xmlns:a16="http://schemas.microsoft.com/office/drawing/2014/main" id="{30E4822E-9A8A-4BB7-A709-FFFF901FBA12}"/>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0" name="footer-source-2">
            <a:extLst xmlns:a="http://schemas.openxmlformats.org/drawingml/2006/main">
              <a:ext uri="{FF2B5EF4-FFF2-40B4-BE49-F238E27FC236}">
                <a16:creationId xmlns:a16="http://schemas.microsoft.com/office/drawing/2014/main" id="{93CE1E0A-37F6-4B5F-8B43-E3D2D05B9947}"/>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[2]｜基準日 2026年8月27日｜v1.0.0</a:t>
            </a:r>
          </a:p>
        </p:txBody>
      </p:sp>
      <p:sp>
        <p:nvSpPr>
          <p:cNvPr id="31" name="footer-no-2">
            <a:extLst xmlns:a="http://schemas.openxmlformats.org/drawingml/2006/main">
              <a:ext uri="{FF2B5EF4-FFF2-40B4-BE49-F238E27FC236}">
                <a16:creationId xmlns:a16="http://schemas.microsoft.com/office/drawing/2014/main" id="{CEDAA2B7-5403-4FD3-BEF8-053503B253F7}"/>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02 / 20</a:t>
            </a:r>
          </a:p>
        </p:txBody>
      </p:sp>
    </p:spTree>
    <p:extLst>
      <p:ext uri="{BB962C8B-B14F-4D97-AF65-F5344CB8AC3E}">
        <p14:creationId xmlns:p14="http://schemas.microsoft.com/office/powerpoint/2010/main" val="1562199585"/>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2" name="accent-3">
            <a:extLst xmlns:a="http://schemas.openxmlformats.org/drawingml/2006/main">
              <a:ext uri="{FF2B5EF4-FFF2-40B4-BE49-F238E27FC236}">
                <a16:creationId xmlns:a16="http://schemas.microsoft.com/office/drawing/2014/main" id="{21049BA9-1BD4-419B-BFEF-578363336D5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3">
            <a:extLst xmlns:a="http://schemas.openxmlformats.org/drawingml/2006/main">
              <a:ext uri="{FF2B5EF4-FFF2-40B4-BE49-F238E27FC236}">
                <a16:creationId xmlns:a16="http://schemas.microsoft.com/office/drawing/2014/main" id="{532228AA-7424-482C-A020-B6C5DD76F5E8}"/>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仕事の切り分け</a:t>
            </a:r>
          </a:p>
        </p:txBody>
      </p:sp>
      <p:sp>
        <p:nvSpPr>
          <p:cNvPr id="3" name="label-3">
            <a:extLst xmlns:a="http://schemas.openxmlformats.org/drawingml/2006/main">
              <a:ext uri="{FF2B5EF4-FFF2-40B4-BE49-F238E27FC236}">
                <a16:creationId xmlns:a16="http://schemas.microsoft.com/office/drawing/2014/main" id="{769781C1-346D-406E-9341-C0AFAD074C0F}"/>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3">
            <a:extLst xmlns:a="http://schemas.openxmlformats.org/drawingml/2006/main">
              <a:ext uri="{FF2B5EF4-FFF2-40B4-BE49-F238E27FC236}">
                <a16:creationId xmlns:a16="http://schemas.microsoft.com/office/drawing/2014/main" id="{92874C82-3B55-4242-B30C-7DAFFCD5418B}"/>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AIに向く仕事、任せ切らない仕事</a:t>
            </a:r>
          </a:p>
        </p:txBody>
      </p:sp>
      <p:sp>
        <p:nvSpPr>
          <p:cNvPr id="5" name="title-rule-3">
            <a:extLst xmlns:a="http://schemas.openxmlformats.org/drawingml/2006/main">
              <a:ext uri="{FF2B5EF4-FFF2-40B4-BE49-F238E27FC236}">
                <a16:creationId xmlns:a16="http://schemas.microsoft.com/office/drawing/2014/main" id="{6FFED37A-CECE-4824-A08E-A94F877CA0C2}"/>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3">
            <a:extLst xmlns:a="http://schemas.openxmlformats.org/drawingml/2006/main">
              <a:ext uri="{FF2B5EF4-FFF2-40B4-BE49-F238E27FC236}">
                <a16:creationId xmlns:a16="http://schemas.microsoft.com/office/drawing/2014/main" id="{84E66138-6B86-474E-BBD9-815CD6512630}"/>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下書き・整理・比較には使える。事実確定、権利判断、重要決定は人が確認する。</a:t>
            </a:r>
          </a:p>
        </p:txBody>
      </p:sp>
      <p:sp>
        <p:nvSpPr>
          <p:cNvPr id="7" name="step-arrow-3-0">
            <a:extLst xmlns:a="http://schemas.openxmlformats.org/drawingml/2006/main">
              <a:ext uri="{FF2B5EF4-FFF2-40B4-BE49-F238E27FC236}">
                <a16:creationId xmlns:a16="http://schemas.microsoft.com/office/drawing/2014/main" id="{FAB09F41-3AD2-409D-A2E2-DC5B636F7C76}"/>
              </a:ext>
            </a:extLst>
          </p:cNvPr>
          <p:cNvSpPr>
            <a:spLocks xmlns:a="http://schemas.openxmlformats.org/drawingml/2006/main" noGrp="1"/>
          </p:cNvSpPr>
          <p:nvPr/>
        </p:nvSpPr>
        <p:spPr>
          <a:xfrm xmlns:a="http://schemas.openxmlformats.org/drawingml/2006/main">
            <a:off x="413385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3-1">
            <a:extLst xmlns:a="http://schemas.openxmlformats.org/drawingml/2006/main">
              <a:ext uri="{FF2B5EF4-FFF2-40B4-BE49-F238E27FC236}">
                <a16:creationId xmlns:a16="http://schemas.microsoft.com/office/drawing/2014/main" id="{DB61AE70-424D-4F7D-B37B-659533104DC2}"/>
              </a:ext>
            </a:extLst>
          </p:cNvPr>
          <p:cNvSpPr>
            <a:spLocks xmlns:a="http://schemas.openxmlformats.org/drawingml/2006/main" noGrp="1"/>
          </p:cNvSpPr>
          <p:nvPr/>
        </p:nvSpPr>
        <p:spPr>
          <a:xfrm xmlns:a="http://schemas.openxmlformats.org/drawingml/2006/main">
            <a:off x="784860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card-3-0">
            <a:extLst xmlns:a="http://schemas.openxmlformats.org/drawingml/2006/main">
              <a:ext uri="{FF2B5EF4-FFF2-40B4-BE49-F238E27FC236}">
                <a16:creationId xmlns:a16="http://schemas.microsoft.com/office/drawing/2014/main" id="{3C55836F-5B99-4E32-90E5-04DE4A298E10}"/>
              </a:ext>
            </a:extLst>
          </p:cNvPr>
          <p:cNvSpPr>
            <a:spLocks xmlns:a="http://schemas.openxmlformats.org/drawingml/2006/main" noGrp="1"/>
          </p:cNvSpPr>
          <p:nvPr/>
        </p:nvSpPr>
        <p:spPr>
          <a:xfrm xmlns:a="http://schemas.openxmlformats.org/drawingml/2006/main">
            <a:off x="6477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0" name="step-band-3-0">
            <a:extLst xmlns:a="http://schemas.openxmlformats.org/drawingml/2006/main">
              <a:ext uri="{FF2B5EF4-FFF2-40B4-BE49-F238E27FC236}">
                <a16:creationId xmlns:a16="http://schemas.microsoft.com/office/drawing/2014/main" id="{C2F8B335-228A-45F2-8032-DE16ED6549CE}"/>
              </a:ext>
            </a:extLst>
          </p:cNvPr>
          <p:cNvSpPr>
            <a:spLocks xmlns:a="http://schemas.openxmlformats.org/drawingml/2006/main" noGrp="1"/>
          </p:cNvSpPr>
          <p:nvPr/>
        </p:nvSpPr>
        <p:spPr>
          <a:xfrm xmlns:a="http://schemas.openxmlformats.org/drawingml/2006/main">
            <a:off x="647700" y="2362200"/>
            <a:ext cx="3467100"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1" name="step-no-3-0">
            <a:extLst xmlns:a="http://schemas.openxmlformats.org/drawingml/2006/main">
              <a:ext uri="{FF2B5EF4-FFF2-40B4-BE49-F238E27FC236}">
                <a16:creationId xmlns:a16="http://schemas.microsoft.com/office/drawing/2014/main" id="{9FBE60ED-8A8F-4EFA-AB12-C537BE93A440}"/>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0B6B66"/>
                </a:solidFill>
              </a:defRPr>
            </a:pPr>
            <a:r>
              <a:rPr sz="3450" b="1">
                <a:solidFill>
                  <a:srgbClr val="0B6B66"/>
                </a:solidFill>
              </a:rPr>
              <a:t>01</a:t>
            </a:r>
          </a:p>
        </p:txBody>
      </p:sp>
      <p:sp>
        <p:nvSpPr>
          <p:cNvPr id="12" name="step-label-3-0">
            <a:extLst xmlns:a="http://schemas.openxmlformats.org/drawingml/2006/main">
              <a:ext uri="{FF2B5EF4-FFF2-40B4-BE49-F238E27FC236}">
                <a16:creationId xmlns:a16="http://schemas.microsoft.com/office/drawing/2014/main" id="{5E98F2E1-A8DB-4CCE-94EC-C57308F8C2D8}"/>
              </a:ext>
            </a:extLst>
          </p:cNvPr>
          <p:cNvSpPr>
            <a:spLocks xmlns:a="http://schemas.openxmlformats.org/drawingml/2006/main" noGrp="1"/>
          </p:cNvSpPr>
          <p:nvPr/>
        </p:nvSpPr>
        <p:spPr>
          <a:xfrm xmlns:a="http://schemas.openxmlformats.org/drawingml/2006/main">
            <a:off x="8572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向く</a:t>
            </a:r>
          </a:p>
        </p:txBody>
      </p:sp>
      <p:sp>
        <p:nvSpPr>
          <p:cNvPr id="13" name="step-rule-3-0">
            <a:extLst xmlns:a="http://schemas.openxmlformats.org/drawingml/2006/main">
              <a:ext uri="{FF2B5EF4-FFF2-40B4-BE49-F238E27FC236}">
                <a16:creationId xmlns:a16="http://schemas.microsoft.com/office/drawing/2014/main" id="{93BAFF76-E2A7-4A97-B20C-88F3D4C6291A}"/>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4" name="step-detail-3-0">
            <a:extLst xmlns:a="http://schemas.openxmlformats.org/drawingml/2006/main">
              <a:ext uri="{FF2B5EF4-FFF2-40B4-BE49-F238E27FC236}">
                <a16:creationId xmlns:a16="http://schemas.microsoft.com/office/drawing/2014/main" id="{98840681-D7C8-46A5-BFB1-69C9EDD68283}"/>
              </a:ext>
            </a:extLst>
          </p:cNvPr>
          <p:cNvSpPr>
            <a:spLocks xmlns:a="http://schemas.openxmlformats.org/drawingml/2006/main" noGrp="1"/>
          </p:cNvSpPr>
          <p:nvPr/>
        </p:nvSpPr>
        <p:spPr>
          <a:xfrm xmlns:a="http://schemas.openxmlformats.org/drawingml/2006/main">
            <a:off x="8572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たたき台、要約、観点出し、書換え</a:t>
            </a:r>
          </a:p>
        </p:txBody>
      </p:sp>
      <p:sp>
        <p:nvSpPr>
          <p:cNvPr id="15" name="step-card-3-1">
            <a:extLst xmlns:a="http://schemas.openxmlformats.org/drawingml/2006/main">
              <a:ext uri="{FF2B5EF4-FFF2-40B4-BE49-F238E27FC236}">
                <a16:creationId xmlns:a16="http://schemas.microsoft.com/office/drawing/2014/main" id="{2AFA53B4-A2E5-4B16-8241-C980A2136E06}"/>
              </a:ext>
            </a:extLst>
          </p:cNvPr>
          <p:cNvSpPr>
            <a:spLocks xmlns:a="http://schemas.openxmlformats.org/drawingml/2006/main" noGrp="1"/>
          </p:cNvSpPr>
          <p:nvPr/>
        </p:nvSpPr>
        <p:spPr>
          <a:xfrm xmlns:a="http://schemas.openxmlformats.org/drawingml/2006/main">
            <a:off x="436245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6" name="step-band-3-1">
            <a:extLst xmlns:a="http://schemas.openxmlformats.org/drawingml/2006/main">
              <a:ext uri="{FF2B5EF4-FFF2-40B4-BE49-F238E27FC236}">
                <a16:creationId xmlns:a16="http://schemas.microsoft.com/office/drawing/2014/main" id="{4264F58A-FBD8-4B80-8689-A8E3D14311C0}"/>
              </a:ext>
            </a:extLst>
          </p:cNvPr>
          <p:cNvSpPr>
            <a:spLocks xmlns:a="http://schemas.openxmlformats.org/drawingml/2006/main" noGrp="1"/>
          </p:cNvSpPr>
          <p:nvPr/>
        </p:nvSpPr>
        <p:spPr>
          <a:xfrm xmlns:a="http://schemas.openxmlformats.org/drawingml/2006/main">
            <a:off x="4362450" y="2362200"/>
            <a:ext cx="3467100"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7" name="step-no-3-1">
            <a:extLst xmlns:a="http://schemas.openxmlformats.org/drawingml/2006/main">
              <a:ext uri="{FF2B5EF4-FFF2-40B4-BE49-F238E27FC236}">
                <a16:creationId xmlns:a16="http://schemas.microsoft.com/office/drawing/2014/main" id="{504A50A1-FD35-4966-B0D2-4FAC98C9ED37}"/>
              </a:ext>
            </a:extLst>
          </p:cNvPr>
          <p:cNvSpPr>
            <a:spLocks xmlns:a="http://schemas.openxmlformats.org/drawingml/2006/main" noGrp="1"/>
          </p:cNvSpPr>
          <p:nvPr/>
        </p:nvSpPr>
        <p:spPr>
          <a:xfrm xmlns:a="http://schemas.openxmlformats.org/drawingml/2006/main">
            <a:off x="457200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F97316"/>
                </a:solidFill>
              </a:defRPr>
            </a:pPr>
            <a:r>
              <a:rPr sz="3450" b="1">
                <a:solidFill>
                  <a:srgbClr val="F97316"/>
                </a:solidFill>
              </a:rPr>
              <a:t>02</a:t>
            </a:r>
          </a:p>
        </p:txBody>
      </p:sp>
      <p:sp>
        <p:nvSpPr>
          <p:cNvPr id="18" name="step-label-3-1">
            <a:extLst xmlns:a="http://schemas.openxmlformats.org/drawingml/2006/main">
              <a:ext uri="{FF2B5EF4-FFF2-40B4-BE49-F238E27FC236}">
                <a16:creationId xmlns:a16="http://schemas.microsoft.com/office/drawing/2014/main" id="{C8B96AF6-C94E-45F4-80B7-C97B6639B021}"/>
              </a:ext>
            </a:extLst>
          </p:cNvPr>
          <p:cNvSpPr>
            <a:spLocks xmlns:a="http://schemas.openxmlformats.org/drawingml/2006/main" noGrp="1"/>
          </p:cNvSpPr>
          <p:nvPr/>
        </p:nvSpPr>
        <p:spPr>
          <a:xfrm xmlns:a="http://schemas.openxmlformats.org/drawingml/2006/main">
            <a:off x="457200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条件付き</a:t>
            </a:r>
          </a:p>
        </p:txBody>
      </p:sp>
      <p:sp>
        <p:nvSpPr>
          <p:cNvPr id="19" name="step-rule-3-1">
            <a:extLst xmlns:a="http://schemas.openxmlformats.org/drawingml/2006/main">
              <a:ext uri="{FF2B5EF4-FFF2-40B4-BE49-F238E27FC236}">
                <a16:creationId xmlns:a16="http://schemas.microsoft.com/office/drawing/2014/main" id="{A60B05DD-2174-4759-9504-A381C194105A}"/>
              </a:ext>
            </a:extLst>
          </p:cNvPr>
          <p:cNvSpPr>
            <a:spLocks xmlns:a="http://schemas.openxmlformats.org/drawingml/2006/main" noGrp="1"/>
          </p:cNvSpPr>
          <p:nvPr/>
        </p:nvSpPr>
        <p:spPr>
          <a:xfrm xmlns:a="http://schemas.openxmlformats.org/drawingml/2006/main">
            <a:off x="4572000"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0" name="step-detail-3-1">
            <a:extLst xmlns:a="http://schemas.openxmlformats.org/drawingml/2006/main">
              <a:ext uri="{FF2B5EF4-FFF2-40B4-BE49-F238E27FC236}">
                <a16:creationId xmlns:a16="http://schemas.microsoft.com/office/drawing/2014/main" id="{EDD56B6B-0ACC-4769-BCF7-A18EA1F14971}"/>
              </a:ext>
            </a:extLst>
          </p:cNvPr>
          <p:cNvSpPr>
            <a:spLocks xmlns:a="http://schemas.openxmlformats.org/drawingml/2006/main" noGrp="1"/>
          </p:cNvSpPr>
          <p:nvPr/>
        </p:nvSpPr>
        <p:spPr>
          <a:xfrm xmlns:a="http://schemas.openxmlformats.org/drawingml/2006/main">
            <a:off x="457200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調査、比較、数値を含む文書</a:t>
            </a:r>
          </a:p>
        </p:txBody>
      </p:sp>
      <p:sp>
        <p:nvSpPr>
          <p:cNvPr id="21" name="step-card-3-2">
            <a:extLst xmlns:a="http://schemas.openxmlformats.org/drawingml/2006/main">
              <a:ext uri="{FF2B5EF4-FFF2-40B4-BE49-F238E27FC236}">
                <a16:creationId xmlns:a16="http://schemas.microsoft.com/office/drawing/2014/main" id="{112750A1-D244-4A51-85B0-7CC16585E3FB}"/>
              </a:ext>
            </a:extLst>
          </p:cNvPr>
          <p:cNvSpPr>
            <a:spLocks xmlns:a="http://schemas.openxmlformats.org/drawingml/2006/main" noGrp="1"/>
          </p:cNvSpPr>
          <p:nvPr/>
        </p:nvSpPr>
        <p:spPr>
          <a:xfrm xmlns:a="http://schemas.openxmlformats.org/drawingml/2006/main">
            <a:off x="80772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2" name="step-band-3-2">
            <a:extLst xmlns:a="http://schemas.openxmlformats.org/drawingml/2006/main">
              <a:ext uri="{FF2B5EF4-FFF2-40B4-BE49-F238E27FC236}">
                <a16:creationId xmlns:a16="http://schemas.microsoft.com/office/drawing/2014/main" id="{AFD5B37C-10AB-47E4-9357-8ADAB6290E2C}"/>
              </a:ext>
            </a:extLst>
          </p:cNvPr>
          <p:cNvSpPr>
            <a:spLocks xmlns:a="http://schemas.openxmlformats.org/drawingml/2006/main" noGrp="1"/>
          </p:cNvSpPr>
          <p:nvPr/>
        </p:nvSpPr>
        <p:spPr>
          <a:xfrm xmlns:a="http://schemas.openxmlformats.org/drawingml/2006/main">
            <a:off x="8077200" y="2362200"/>
            <a:ext cx="3467100" cy="95250"/>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23" name="step-no-3-2">
            <a:extLst xmlns:a="http://schemas.openxmlformats.org/drawingml/2006/main">
              <a:ext uri="{FF2B5EF4-FFF2-40B4-BE49-F238E27FC236}">
                <a16:creationId xmlns:a16="http://schemas.microsoft.com/office/drawing/2014/main" id="{FEE1A749-5ED2-4E4C-8AFE-53E21A2706EF}"/>
              </a:ext>
            </a:extLst>
          </p:cNvPr>
          <p:cNvSpPr>
            <a:spLocks xmlns:a="http://schemas.openxmlformats.org/drawingml/2006/main" noGrp="1"/>
          </p:cNvSpPr>
          <p:nvPr/>
        </p:nvSpPr>
        <p:spPr>
          <a:xfrm xmlns:a="http://schemas.openxmlformats.org/drawingml/2006/main">
            <a:off x="82867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B42318"/>
                </a:solidFill>
              </a:defRPr>
            </a:pPr>
            <a:r>
              <a:rPr sz="3450" b="1">
                <a:solidFill>
                  <a:srgbClr val="B42318"/>
                </a:solidFill>
              </a:rPr>
              <a:t>03</a:t>
            </a:r>
          </a:p>
        </p:txBody>
      </p:sp>
      <p:sp>
        <p:nvSpPr>
          <p:cNvPr id="24" name="step-label-3-2">
            <a:extLst xmlns:a="http://schemas.openxmlformats.org/drawingml/2006/main">
              <a:ext uri="{FF2B5EF4-FFF2-40B4-BE49-F238E27FC236}">
                <a16:creationId xmlns:a16="http://schemas.microsoft.com/office/drawing/2014/main" id="{117A98C7-E105-4035-9D79-4A9DF293FD4E}"/>
              </a:ext>
            </a:extLst>
          </p:cNvPr>
          <p:cNvSpPr>
            <a:spLocks xmlns:a="http://schemas.openxmlformats.org/drawingml/2006/main" noGrp="1"/>
          </p:cNvSpPr>
          <p:nvPr/>
        </p:nvSpPr>
        <p:spPr>
          <a:xfrm xmlns:a="http://schemas.openxmlformats.org/drawingml/2006/main">
            <a:off x="82867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任せ切らない</a:t>
            </a:r>
          </a:p>
        </p:txBody>
      </p:sp>
      <p:sp>
        <p:nvSpPr>
          <p:cNvPr id="25" name="step-rule-3-2">
            <a:extLst xmlns:a="http://schemas.openxmlformats.org/drawingml/2006/main">
              <a:ext uri="{FF2B5EF4-FFF2-40B4-BE49-F238E27FC236}">
                <a16:creationId xmlns:a16="http://schemas.microsoft.com/office/drawing/2014/main" id="{29D90D93-9445-4132-9637-7BD1E0BCC1D4}"/>
              </a:ext>
            </a:extLst>
          </p:cNvPr>
          <p:cNvSpPr>
            <a:spLocks xmlns:a="http://schemas.openxmlformats.org/drawingml/2006/main" noGrp="1"/>
          </p:cNvSpPr>
          <p:nvPr/>
        </p:nvSpPr>
        <p:spPr>
          <a:xfrm xmlns:a="http://schemas.openxmlformats.org/drawingml/2006/main">
            <a:off x="8286750" y="3800475"/>
            <a:ext cx="876300" cy="28575"/>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26" name="step-detail-3-2">
            <a:extLst xmlns:a="http://schemas.openxmlformats.org/drawingml/2006/main">
              <a:ext uri="{FF2B5EF4-FFF2-40B4-BE49-F238E27FC236}">
                <a16:creationId xmlns:a16="http://schemas.microsoft.com/office/drawing/2014/main" id="{7E7C3E7B-DF9E-49C9-84A8-780994B1CCD4}"/>
              </a:ext>
            </a:extLst>
          </p:cNvPr>
          <p:cNvSpPr>
            <a:spLocks xmlns:a="http://schemas.openxmlformats.org/drawingml/2006/main" noGrp="1"/>
          </p:cNvSpPr>
          <p:nvPr/>
        </p:nvSpPr>
        <p:spPr>
          <a:xfrm xmlns:a="http://schemas.openxmlformats.org/drawingml/2006/main">
            <a:off x="82867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法務・安全・人事・対外公表の最終判断</a:t>
            </a:r>
          </a:p>
        </p:txBody>
      </p:sp>
      <p:sp>
        <p:nvSpPr>
          <p:cNvPr id="27" name="body-callout-3">
            <a:extLst xmlns:a="http://schemas.openxmlformats.org/drawingml/2006/main">
              <a:ext uri="{FF2B5EF4-FFF2-40B4-BE49-F238E27FC236}">
                <a16:creationId xmlns:a16="http://schemas.microsoft.com/office/drawing/2014/main" id="{9F9A44A6-AD42-48D6-B768-4A418285A1DB}"/>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28" name="body-text-3">
            <a:extLst xmlns:a="http://schemas.openxmlformats.org/drawingml/2006/main">
              <a:ext uri="{FF2B5EF4-FFF2-40B4-BE49-F238E27FC236}">
                <a16:creationId xmlns:a16="http://schemas.microsoft.com/office/drawing/2014/main" id="{5443DEAF-7D06-4F77-8371-83FEE1099B5B}"/>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影響が大きいほど、原資料・担当者・承認手順を増やす</a:t>
            </a:r>
          </a:p>
        </p:txBody>
      </p:sp>
      <p:sp>
        <p:nvSpPr>
          <p:cNvPr id="29" name="footer-rule-3">
            <a:extLst xmlns:a="http://schemas.openxmlformats.org/drawingml/2006/main">
              <a:ext uri="{FF2B5EF4-FFF2-40B4-BE49-F238E27FC236}">
                <a16:creationId xmlns:a16="http://schemas.microsoft.com/office/drawing/2014/main" id="{58B0CE87-3019-4F10-B00E-F58973571A8F}"/>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0" name="footer-source-3">
            <a:extLst xmlns:a="http://schemas.openxmlformats.org/drawingml/2006/main">
              <a:ext uri="{FF2B5EF4-FFF2-40B4-BE49-F238E27FC236}">
                <a16:creationId xmlns:a16="http://schemas.microsoft.com/office/drawing/2014/main" id="{87201268-1A6D-4168-8A3B-87D3633F4580}"/>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[8]｜基準日 2026年8月27日｜v1.0.0</a:t>
            </a:r>
          </a:p>
        </p:txBody>
      </p:sp>
      <p:sp>
        <p:nvSpPr>
          <p:cNvPr id="31" name="footer-no-3">
            <a:extLst xmlns:a="http://schemas.openxmlformats.org/drawingml/2006/main">
              <a:ext uri="{FF2B5EF4-FFF2-40B4-BE49-F238E27FC236}">
                <a16:creationId xmlns:a16="http://schemas.microsoft.com/office/drawing/2014/main" id="{A28880D8-780B-48C6-8B55-E3A64A6B875A}"/>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03 / 20</a:t>
            </a:r>
          </a:p>
        </p:txBody>
      </p:sp>
    </p:spTree>
    <p:extLst>
      <p:ext uri="{BB962C8B-B14F-4D97-AF65-F5344CB8AC3E}">
        <p14:creationId xmlns:p14="http://schemas.microsoft.com/office/powerpoint/2010/main" val="2077488657"/>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4">
            <a:extLst xmlns:a="http://schemas.openxmlformats.org/drawingml/2006/main">
              <a:ext uri="{FF2B5EF4-FFF2-40B4-BE49-F238E27FC236}">
                <a16:creationId xmlns:a16="http://schemas.microsoft.com/office/drawing/2014/main" id="{C6E371A4-4301-41C4-AC6C-A70B0AE02AC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4">
            <a:extLst xmlns:a="http://schemas.openxmlformats.org/drawingml/2006/main">
              <a:ext uri="{FF2B5EF4-FFF2-40B4-BE49-F238E27FC236}">
                <a16:creationId xmlns:a16="http://schemas.microsoft.com/office/drawing/2014/main" id="{F9C3CF14-3374-4DC8-B4DC-932ED102639D}"/>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依頼の共通フレーム</a:t>
            </a:r>
          </a:p>
        </p:txBody>
      </p:sp>
      <p:sp>
        <p:nvSpPr>
          <p:cNvPr id="3" name="label-4">
            <a:extLst xmlns:a="http://schemas.openxmlformats.org/drawingml/2006/main">
              <a:ext uri="{FF2B5EF4-FFF2-40B4-BE49-F238E27FC236}">
                <a16:creationId xmlns:a16="http://schemas.microsoft.com/office/drawing/2014/main" id="{5A155E77-046A-486F-A8F9-061D527C6B78}"/>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サイト提案</a:t>
            </a:r>
          </a:p>
        </p:txBody>
      </p:sp>
      <p:sp>
        <p:nvSpPr>
          <p:cNvPr id="4" name="title-4">
            <a:extLst xmlns:a="http://schemas.openxmlformats.org/drawingml/2006/main">
              <a:ext uri="{FF2B5EF4-FFF2-40B4-BE49-F238E27FC236}">
                <a16:creationId xmlns:a16="http://schemas.microsoft.com/office/drawing/2014/main" id="{0C77F7C0-BA3B-49D8-BAFC-4056B023FADC}"/>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良い依頼は4要素で組み立てる</a:t>
            </a:r>
          </a:p>
        </p:txBody>
      </p:sp>
      <p:sp>
        <p:nvSpPr>
          <p:cNvPr id="5" name="title-rule-4">
            <a:extLst xmlns:a="http://schemas.openxmlformats.org/drawingml/2006/main">
              <a:ext uri="{FF2B5EF4-FFF2-40B4-BE49-F238E27FC236}">
                <a16:creationId xmlns:a16="http://schemas.microsoft.com/office/drawing/2014/main" id="{D9A54321-2FAC-4F46-84A1-3AC431ACD7B4}"/>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4">
            <a:extLst xmlns:a="http://schemas.openxmlformats.org/drawingml/2006/main">
              <a:ext uri="{FF2B5EF4-FFF2-40B4-BE49-F238E27FC236}">
                <a16:creationId xmlns:a16="http://schemas.microsoft.com/office/drawing/2014/main" id="{3BE2791A-F871-46CA-8FE9-29D089A99A3D}"/>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目的・背景・出力形式・条件をそろえる。正解を保証せず、仕事の曖昧さを減らす。</a:t>
            </a:r>
          </a:p>
        </p:txBody>
      </p:sp>
      <p:sp>
        <p:nvSpPr>
          <p:cNvPr id="7" name="step-arrow-4-0">
            <a:extLst xmlns:a="http://schemas.openxmlformats.org/drawingml/2006/main">
              <a:ext uri="{FF2B5EF4-FFF2-40B4-BE49-F238E27FC236}">
                <a16:creationId xmlns:a16="http://schemas.microsoft.com/office/drawing/2014/main" id="{03859EA6-661C-4D57-9E53-009B29B4F125}"/>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4-1">
            <a:extLst xmlns:a="http://schemas.openxmlformats.org/drawingml/2006/main">
              <a:ext uri="{FF2B5EF4-FFF2-40B4-BE49-F238E27FC236}">
                <a16:creationId xmlns:a16="http://schemas.microsoft.com/office/drawing/2014/main" id="{CEE24BD9-4BDA-407E-AEB8-C02081FB561A}"/>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4-2">
            <a:extLst xmlns:a="http://schemas.openxmlformats.org/drawingml/2006/main">
              <a:ext uri="{FF2B5EF4-FFF2-40B4-BE49-F238E27FC236}">
                <a16:creationId xmlns:a16="http://schemas.microsoft.com/office/drawing/2014/main" id="{D60B5B0F-B7B4-49CB-B07B-FC10FC62FA8E}"/>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4-0">
            <a:extLst xmlns:a="http://schemas.openxmlformats.org/drawingml/2006/main">
              <a:ext uri="{FF2B5EF4-FFF2-40B4-BE49-F238E27FC236}">
                <a16:creationId xmlns:a16="http://schemas.microsoft.com/office/drawing/2014/main" id="{C429BAF8-80A4-4C03-9094-FFAAAD8E8F66}"/>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4-0">
            <a:extLst xmlns:a="http://schemas.openxmlformats.org/drawingml/2006/main">
              <a:ext uri="{FF2B5EF4-FFF2-40B4-BE49-F238E27FC236}">
                <a16:creationId xmlns:a16="http://schemas.microsoft.com/office/drawing/2014/main" id="{3D6B4464-CE7F-4934-83CF-48E175806949}"/>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4-0">
            <a:extLst xmlns:a="http://schemas.openxmlformats.org/drawingml/2006/main">
              <a:ext uri="{FF2B5EF4-FFF2-40B4-BE49-F238E27FC236}">
                <a16:creationId xmlns:a16="http://schemas.microsoft.com/office/drawing/2014/main" id="{0773E376-2553-4826-92E5-A45FF34246E2}"/>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4-0">
            <a:extLst xmlns:a="http://schemas.openxmlformats.org/drawingml/2006/main">
              <a:ext uri="{FF2B5EF4-FFF2-40B4-BE49-F238E27FC236}">
                <a16:creationId xmlns:a16="http://schemas.microsoft.com/office/drawing/2014/main" id="{5F5F150D-C390-46FC-8E93-807F4F7DF2C4}"/>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1 目的</a:t>
            </a:r>
          </a:p>
        </p:txBody>
      </p:sp>
      <p:sp>
        <p:nvSpPr>
          <p:cNvPr id="14" name="step-rule-4-0">
            <a:extLst xmlns:a="http://schemas.openxmlformats.org/drawingml/2006/main">
              <a:ext uri="{FF2B5EF4-FFF2-40B4-BE49-F238E27FC236}">
                <a16:creationId xmlns:a16="http://schemas.microsoft.com/office/drawing/2014/main" id="{A12B296A-885A-4FFC-93F3-0B3F77A8F4EA}"/>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4-0">
            <a:extLst xmlns:a="http://schemas.openxmlformats.org/drawingml/2006/main">
              <a:ext uri="{FF2B5EF4-FFF2-40B4-BE49-F238E27FC236}">
                <a16:creationId xmlns:a16="http://schemas.microsoft.com/office/drawing/2014/main" id="{15F2408C-227D-4179-AFFF-70963648B645}"/>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何のために使うか</a:t>
            </a:r>
          </a:p>
        </p:txBody>
      </p:sp>
      <p:sp>
        <p:nvSpPr>
          <p:cNvPr id="16" name="step-card-4-1">
            <a:extLst xmlns:a="http://schemas.openxmlformats.org/drawingml/2006/main">
              <a:ext uri="{FF2B5EF4-FFF2-40B4-BE49-F238E27FC236}">
                <a16:creationId xmlns:a16="http://schemas.microsoft.com/office/drawing/2014/main" id="{EA26A2BE-C1AF-4601-BA15-9F37E368C18F}"/>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4-1">
            <a:extLst xmlns:a="http://schemas.openxmlformats.org/drawingml/2006/main">
              <a:ext uri="{FF2B5EF4-FFF2-40B4-BE49-F238E27FC236}">
                <a16:creationId xmlns:a16="http://schemas.microsoft.com/office/drawing/2014/main" id="{053E75C5-73CD-458F-A6C9-9C6A2234CBF5}"/>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4-1">
            <a:extLst xmlns:a="http://schemas.openxmlformats.org/drawingml/2006/main">
              <a:ext uri="{FF2B5EF4-FFF2-40B4-BE49-F238E27FC236}">
                <a16:creationId xmlns:a16="http://schemas.microsoft.com/office/drawing/2014/main" id="{43AB91A5-84A5-45DC-AFB2-7A8B37781C38}"/>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4-1">
            <a:extLst xmlns:a="http://schemas.openxmlformats.org/drawingml/2006/main">
              <a:ext uri="{FF2B5EF4-FFF2-40B4-BE49-F238E27FC236}">
                <a16:creationId xmlns:a16="http://schemas.microsoft.com/office/drawing/2014/main" id="{578625DF-8EEA-4A5D-BC49-6086F02E6FA8}"/>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2 背景</a:t>
            </a:r>
          </a:p>
        </p:txBody>
      </p:sp>
      <p:sp>
        <p:nvSpPr>
          <p:cNvPr id="20" name="step-rule-4-1">
            <a:extLst xmlns:a="http://schemas.openxmlformats.org/drawingml/2006/main">
              <a:ext uri="{FF2B5EF4-FFF2-40B4-BE49-F238E27FC236}">
                <a16:creationId xmlns:a16="http://schemas.microsoft.com/office/drawing/2014/main" id="{2A8B9D95-D6F8-406E-8C81-2E8C3C3853E1}"/>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4-1">
            <a:extLst xmlns:a="http://schemas.openxmlformats.org/drawingml/2006/main">
              <a:ext uri="{FF2B5EF4-FFF2-40B4-BE49-F238E27FC236}">
                <a16:creationId xmlns:a16="http://schemas.microsoft.com/office/drawing/2014/main" id="{8344E72D-635A-47B3-BD9F-7D4816D5AE3F}"/>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相手・状況・前提</a:t>
            </a:r>
          </a:p>
        </p:txBody>
      </p:sp>
      <p:sp>
        <p:nvSpPr>
          <p:cNvPr id="22" name="step-card-4-2">
            <a:extLst xmlns:a="http://schemas.openxmlformats.org/drawingml/2006/main">
              <a:ext uri="{FF2B5EF4-FFF2-40B4-BE49-F238E27FC236}">
                <a16:creationId xmlns:a16="http://schemas.microsoft.com/office/drawing/2014/main" id="{FA5234F6-5A7C-4FDE-9426-72E027150100}"/>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4-2">
            <a:extLst xmlns:a="http://schemas.openxmlformats.org/drawingml/2006/main">
              <a:ext uri="{FF2B5EF4-FFF2-40B4-BE49-F238E27FC236}">
                <a16:creationId xmlns:a16="http://schemas.microsoft.com/office/drawing/2014/main" id="{AD3B5BFE-4F3F-4AF4-9DB4-73DF40755884}"/>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4-2">
            <a:extLst xmlns:a="http://schemas.openxmlformats.org/drawingml/2006/main">
              <a:ext uri="{FF2B5EF4-FFF2-40B4-BE49-F238E27FC236}">
                <a16:creationId xmlns:a16="http://schemas.microsoft.com/office/drawing/2014/main" id="{DA6CE8EC-AFC9-473D-A20A-EBF557DA18DE}"/>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4-2">
            <a:extLst xmlns:a="http://schemas.openxmlformats.org/drawingml/2006/main">
              <a:ext uri="{FF2B5EF4-FFF2-40B4-BE49-F238E27FC236}">
                <a16:creationId xmlns:a16="http://schemas.microsoft.com/office/drawing/2014/main" id="{1EEF57AC-02AE-40E9-9AC5-B99BDD3F0163}"/>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3 出力形式</a:t>
            </a:r>
          </a:p>
        </p:txBody>
      </p:sp>
      <p:sp>
        <p:nvSpPr>
          <p:cNvPr id="26" name="step-rule-4-2">
            <a:extLst xmlns:a="http://schemas.openxmlformats.org/drawingml/2006/main">
              <a:ext uri="{FF2B5EF4-FFF2-40B4-BE49-F238E27FC236}">
                <a16:creationId xmlns:a16="http://schemas.microsoft.com/office/drawing/2014/main" id="{40872C38-BB1C-4700-88EE-C5003FFF59C0}"/>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4-2">
            <a:extLst xmlns:a="http://schemas.openxmlformats.org/drawingml/2006/main">
              <a:ext uri="{FF2B5EF4-FFF2-40B4-BE49-F238E27FC236}">
                <a16:creationId xmlns:a16="http://schemas.microsoft.com/office/drawing/2014/main" id="{5AB07132-F99B-4A30-AC0A-00CB5A192DC4}"/>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長さ・構成・形式</a:t>
            </a:r>
          </a:p>
        </p:txBody>
      </p:sp>
      <p:sp>
        <p:nvSpPr>
          <p:cNvPr id="28" name="step-card-4-3">
            <a:extLst xmlns:a="http://schemas.openxmlformats.org/drawingml/2006/main">
              <a:ext uri="{FF2B5EF4-FFF2-40B4-BE49-F238E27FC236}">
                <a16:creationId xmlns:a16="http://schemas.microsoft.com/office/drawing/2014/main" id="{08EDFB96-57EA-4DF8-A6C5-E7BA5B7DE03E}"/>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4-3">
            <a:extLst xmlns:a="http://schemas.openxmlformats.org/drawingml/2006/main">
              <a:ext uri="{FF2B5EF4-FFF2-40B4-BE49-F238E27FC236}">
                <a16:creationId xmlns:a16="http://schemas.microsoft.com/office/drawing/2014/main" id="{6423BBAE-1AAC-473F-9E16-00981B627DD1}"/>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4-3">
            <a:extLst xmlns:a="http://schemas.openxmlformats.org/drawingml/2006/main">
              <a:ext uri="{FF2B5EF4-FFF2-40B4-BE49-F238E27FC236}">
                <a16:creationId xmlns:a16="http://schemas.microsoft.com/office/drawing/2014/main" id="{770E8C58-B9F2-4721-9DF9-62315B2D28A9}"/>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4-3">
            <a:extLst xmlns:a="http://schemas.openxmlformats.org/drawingml/2006/main">
              <a:ext uri="{FF2B5EF4-FFF2-40B4-BE49-F238E27FC236}">
                <a16:creationId xmlns:a16="http://schemas.microsoft.com/office/drawing/2014/main" id="{14F49522-CE87-491B-A66D-255776896555}"/>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4 条件</a:t>
            </a:r>
          </a:p>
        </p:txBody>
      </p:sp>
      <p:sp>
        <p:nvSpPr>
          <p:cNvPr id="32" name="step-rule-4-3">
            <a:extLst xmlns:a="http://schemas.openxmlformats.org/drawingml/2006/main">
              <a:ext uri="{FF2B5EF4-FFF2-40B4-BE49-F238E27FC236}">
                <a16:creationId xmlns:a16="http://schemas.microsoft.com/office/drawing/2014/main" id="{830B457C-7B0E-4FD8-AC4F-5FD1E0733EB3}"/>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4-3">
            <a:extLst xmlns:a="http://schemas.openxmlformats.org/drawingml/2006/main">
              <a:ext uri="{FF2B5EF4-FFF2-40B4-BE49-F238E27FC236}">
                <a16:creationId xmlns:a16="http://schemas.microsoft.com/office/drawing/2014/main" id="{4E5281EF-161F-4C8C-959A-479D897A9D7C}"/>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禁止事項・根拠・人の確認点</a:t>
            </a:r>
          </a:p>
        </p:txBody>
      </p:sp>
      <p:sp>
        <p:nvSpPr>
          <p:cNvPr id="34" name="body-callout-4">
            <a:extLst xmlns:a="http://schemas.openxmlformats.org/drawingml/2006/main">
              <a:ext uri="{FF2B5EF4-FFF2-40B4-BE49-F238E27FC236}">
                <a16:creationId xmlns:a16="http://schemas.microsoft.com/office/drawing/2014/main" id="{BAD79273-2C07-4770-B9EE-2156536171B1}"/>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4">
            <a:extLst xmlns:a="http://schemas.openxmlformats.org/drawingml/2006/main">
              <a:ext uri="{FF2B5EF4-FFF2-40B4-BE49-F238E27FC236}">
                <a16:creationId xmlns:a16="http://schemas.microsoft.com/office/drawing/2014/main" id="{01C4AE5F-7121-49E5-BE12-05B703032126}"/>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目的 → 背景 → 出力形式 → 条件・禁止・人の確認点</a:t>
            </a:r>
          </a:p>
        </p:txBody>
      </p:sp>
      <p:sp>
        <p:nvSpPr>
          <p:cNvPr id="36" name="footer-rule-4">
            <a:extLst xmlns:a="http://schemas.openxmlformats.org/drawingml/2006/main">
              <a:ext uri="{FF2B5EF4-FFF2-40B4-BE49-F238E27FC236}">
                <a16:creationId xmlns:a16="http://schemas.microsoft.com/office/drawing/2014/main" id="{56F73BF6-C1AE-4808-9113-34AA75F1D588}"/>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4">
            <a:extLst xmlns:a="http://schemas.openxmlformats.org/drawingml/2006/main">
              <a:ext uri="{FF2B5EF4-FFF2-40B4-BE49-F238E27FC236}">
                <a16:creationId xmlns:a16="http://schemas.microsoft.com/office/drawing/2014/main" id="{49880F1F-1687-4193-919B-901CD3157CF2}"/>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8" name="footer-no-4">
            <a:extLst xmlns:a="http://schemas.openxmlformats.org/drawingml/2006/main">
              <a:ext uri="{FF2B5EF4-FFF2-40B4-BE49-F238E27FC236}">
                <a16:creationId xmlns:a16="http://schemas.microsoft.com/office/drawing/2014/main" id="{574747A4-DE1F-4759-9E7B-6C841D6E3334}"/>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04 / 20</a:t>
            </a:r>
          </a:p>
        </p:txBody>
      </p:sp>
    </p:spTree>
    <p:extLst>
      <p:ext uri="{BB962C8B-B14F-4D97-AF65-F5344CB8AC3E}">
        <p14:creationId xmlns:p14="http://schemas.microsoft.com/office/powerpoint/2010/main" val="1471002850"/>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2" name="accent-5">
            <a:extLst xmlns:a="http://schemas.openxmlformats.org/drawingml/2006/main">
              <a:ext uri="{FF2B5EF4-FFF2-40B4-BE49-F238E27FC236}">
                <a16:creationId xmlns:a16="http://schemas.microsoft.com/office/drawing/2014/main" id="{A1E0EB8A-2F4A-49B4-B2B5-7FC5FD848D3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5">
            <a:extLst xmlns:a="http://schemas.openxmlformats.org/drawingml/2006/main">
              <a:ext uri="{FF2B5EF4-FFF2-40B4-BE49-F238E27FC236}">
                <a16:creationId xmlns:a16="http://schemas.microsoft.com/office/drawing/2014/main" id="{933CB846-2D1F-4C8C-8A29-7044A09F9FDE}"/>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4要素① 目的</a:t>
            </a:r>
          </a:p>
        </p:txBody>
      </p:sp>
      <p:sp>
        <p:nvSpPr>
          <p:cNvPr id="3" name="label-5">
            <a:extLst xmlns:a="http://schemas.openxmlformats.org/drawingml/2006/main">
              <a:ext uri="{FF2B5EF4-FFF2-40B4-BE49-F238E27FC236}">
                <a16:creationId xmlns:a16="http://schemas.microsoft.com/office/drawing/2014/main" id="{17D92B33-640C-449D-801C-03B6A74885DF}"/>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5">
            <a:extLst xmlns:a="http://schemas.openxmlformats.org/drawingml/2006/main">
              <a:ext uri="{FF2B5EF4-FFF2-40B4-BE49-F238E27FC236}">
                <a16:creationId xmlns:a16="http://schemas.microsoft.com/office/drawing/2014/main" id="{ECE35209-B90A-4AE1-949B-E0EEBB648EC1}"/>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最初に「何のため」を伝える</a:t>
            </a:r>
          </a:p>
        </p:txBody>
      </p:sp>
      <p:sp>
        <p:nvSpPr>
          <p:cNvPr id="5" name="title-rule-5">
            <a:extLst xmlns:a="http://schemas.openxmlformats.org/drawingml/2006/main">
              <a:ext uri="{FF2B5EF4-FFF2-40B4-BE49-F238E27FC236}">
                <a16:creationId xmlns:a16="http://schemas.microsoft.com/office/drawing/2014/main" id="{037937C6-5186-4198-860E-59D179D8E426}"/>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5">
            <a:extLst xmlns:a="http://schemas.openxmlformats.org/drawingml/2006/main">
              <a:ext uri="{FF2B5EF4-FFF2-40B4-BE49-F238E27FC236}">
                <a16:creationId xmlns:a16="http://schemas.microsoft.com/office/drawing/2014/main" id="{39039A3D-EBA8-40FD-A7A9-706EC6F416A7}"/>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作る物だけでなく、誰が、いつ、何に使うかを伝えると、判断基準が明確になる。</a:t>
            </a:r>
          </a:p>
        </p:txBody>
      </p:sp>
      <p:sp>
        <p:nvSpPr>
          <p:cNvPr id="7" name="step-arrow-5-0">
            <a:extLst xmlns:a="http://schemas.openxmlformats.org/drawingml/2006/main">
              <a:ext uri="{FF2B5EF4-FFF2-40B4-BE49-F238E27FC236}">
                <a16:creationId xmlns:a16="http://schemas.microsoft.com/office/drawing/2014/main" id="{D6A5C542-1386-4282-80D6-B09921C8CB6F}"/>
              </a:ext>
            </a:extLst>
          </p:cNvPr>
          <p:cNvSpPr>
            <a:spLocks xmlns:a="http://schemas.openxmlformats.org/drawingml/2006/main" noGrp="1"/>
          </p:cNvSpPr>
          <p:nvPr/>
        </p:nvSpPr>
        <p:spPr>
          <a:xfrm xmlns:a="http://schemas.openxmlformats.org/drawingml/2006/main">
            <a:off x="413385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5-1">
            <a:extLst xmlns:a="http://schemas.openxmlformats.org/drawingml/2006/main">
              <a:ext uri="{FF2B5EF4-FFF2-40B4-BE49-F238E27FC236}">
                <a16:creationId xmlns:a16="http://schemas.microsoft.com/office/drawing/2014/main" id="{97231328-6C90-4DDD-AEDA-3A1EB03CE179}"/>
              </a:ext>
            </a:extLst>
          </p:cNvPr>
          <p:cNvSpPr>
            <a:spLocks xmlns:a="http://schemas.openxmlformats.org/drawingml/2006/main" noGrp="1"/>
          </p:cNvSpPr>
          <p:nvPr/>
        </p:nvSpPr>
        <p:spPr>
          <a:xfrm xmlns:a="http://schemas.openxmlformats.org/drawingml/2006/main">
            <a:off x="784860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card-5-0">
            <a:extLst xmlns:a="http://schemas.openxmlformats.org/drawingml/2006/main">
              <a:ext uri="{FF2B5EF4-FFF2-40B4-BE49-F238E27FC236}">
                <a16:creationId xmlns:a16="http://schemas.microsoft.com/office/drawing/2014/main" id="{7A7DDBCC-8A0E-418F-9DC1-D0E28D545CE7}"/>
              </a:ext>
            </a:extLst>
          </p:cNvPr>
          <p:cNvSpPr>
            <a:spLocks xmlns:a="http://schemas.openxmlformats.org/drawingml/2006/main" noGrp="1"/>
          </p:cNvSpPr>
          <p:nvPr/>
        </p:nvSpPr>
        <p:spPr>
          <a:xfrm xmlns:a="http://schemas.openxmlformats.org/drawingml/2006/main">
            <a:off x="6477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0" name="step-band-5-0">
            <a:extLst xmlns:a="http://schemas.openxmlformats.org/drawingml/2006/main">
              <a:ext uri="{FF2B5EF4-FFF2-40B4-BE49-F238E27FC236}">
                <a16:creationId xmlns:a16="http://schemas.microsoft.com/office/drawing/2014/main" id="{92B53503-05F0-4EDB-84DA-0757BA01C934}"/>
              </a:ext>
            </a:extLst>
          </p:cNvPr>
          <p:cNvSpPr>
            <a:spLocks xmlns:a="http://schemas.openxmlformats.org/drawingml/2006/main" noGrp="1"/>
          </p:cNvSpPr>
          <p:nvPr/>
        </p:nvSpPr>
        <p:spPr>
          <a:xfrm xmlns:a="http://schemas.openxmlformats.org/drawingml/2006/main">
            <a:off x="647700" y="2362200"/>
            <a:ext cx="3467100" cy="95250"/>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11" name="step-no-5-0">
            <a:extLst xmlns:a="http://schemas.openxmlformats.org/drawingml/2006/main">
              <a:ext uri="{FF2B5EF4-FFF2-40B4-BE49-F238E27FC236}">
                <a16:creationId xmlns:a16="http://schemas.microsoft.com/office/drawing/2014/main" id="{C4D336EB-E937-44C0-B572-C43923A6BA99}"/>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B42318"/>
                </a:solidFill>
              </a:defRPr>
            </a:pPr>
            <a:r>
              <a:rPr sz="3450" b="1">
                <a:solidFill>
                  <a:srgbClr val="B42318"/>
                </a:solidFill>
              </a:rPr>
              <a:t>01</a:t>
            </a:r>
          </a:p>
        </p:txBody>
      </p:sp>
      <p:sp>
        <p:nvSpPr>
          <p:cNvPr id="12" name="step-label-5-0">
            <a:extLst xmlns:a="http://schemas.openxmlformats.org/drawingml/2006/main">
              <a:ext uri="{FF2B5EF4-FFF2-40B4-BE49-F238E27FC236}">
                <a16:creationId xmlns:a16="http://schemas.microsoft.com/office/drawing/2014/main" id="{77B7642A-83B5-4B6A-B444-654A8976BD17}"/>
              </a:ext>
            </a:extLst>
          </p:cNvPr>
          <p:cNvSpPr>
            <a:spLocks xmlns:a="http://schemas.openxmlformats.org/drawingml/2006/main" noGrp="1"/>
          </p:cNvSpPr>
          <p:nvPr/>
        </p:nvSpPr>
        <p:spPr>
          <a:xfrm xmlns:a="http://schemas.openxmlformats.org/drawingml/2006/main">
            <a:off x="8572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曖昧</a:t>
            </a:r>
          </a:p>
        </p:txBody>
      </p:sp>
      <p:sp>
        <p:nvSpPr>
          <p:cNvPr id="13" name="step-rule-5-0">
            <a:extLst xmlns:a="http://schemas.openxmlformats.org/drawingml/2006/main">
              <a:ext uri="{FF2B5EF4-FFF2-40B4-BE49-F238E27FC236}">
                <a16:creationId xmlns:a16="http://schemas.microsoft.com/office/drawing/2014/main" id="{9479D1B3-B7E1-408D-AC3A-928E9F2E61F8}"/>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14" name="step-detail-5-0">
            <a:extLst xmlns:a="http://schemas.openxmlformats.org/drawingml/2006/main">
              <a:ext uri="{FF2B5EF4-FFF2-40B4-BE49-F238E27FC236}">
                <a16:creationId xmlns:a16="http://schemas.microsoft.com/office/drawing/2014/main" id="{02EE2B1A-1CDB-4E9F-8C81-3626E5461A15}"/>
              </a:ext>
            </a:extLst>
          </p:cNvPr>
          <p:cNvSpPr>
            <a:spLocks xmlns:a="http://schemas.openxmlformats.org/drawingml/2006/main" noGrp="1"/>
          </p:cNvSpPr>
          <p:nvPr/>
        </p:nvSpPr>
        <p:spPr>
          <a:xfrm xmlns:a="http://schemas.openxmlformats.org/drawingml/2006/main">
            <a:off x="8572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メールを書いて</a:t>
            </a:r>
          </a:p>
        </p:txBody>
      </p:sp>
      <p:sp>
        <p:nvSpPr>
          <p:cNvPr id="15" name="step-card-5-1">
            <a:extLst xmlns:a="http://schemas.openxmlformats.org/drawingml/2006/main">
              <a:ext uri="{FF2B5EF4-FFF2-40B4-BE49-F238E27FC236}">
                <a16:creationId xmlns:a16="http://schemas.microsoft.com/office/drawing/2014/main" id="{13302383-9181-43B3-9D96-9C27255871B2}"/>
              </a:ext>
            </a:extLst>
          </p:cNvPr>
          <p:cNvSpPr>
            <a:spLocks xmlns:a="http://schemas.openxmlformats.org/drawingml/2006/main" noGrp="1"/>
          </p:cNvSpPr>
          <p:nvPr/>
        </p:nvSpPr>
        <p:spPr>
          <a:xfrm xmlns:a="http://schemas.openxmlformats.org/drawingml/2006/main">
            <a:off x="436245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6" name="step-band-5-1">
            <a:extLst xmlns:a="http://schemas.openxmlformats.org/drawingml/2006/main">
              <a:ext uri="{FF2B5EF4-FFF2-40B4-BE49-F238E27FC236}">
                <a16:creationId xmlns:a16="http://schemas.microsoft.com/office/drawing/2014/main" id="{36EC5151-7D0F-4E7D-BDBB-CA5D0F4A7C70}"/>
              </a:ext>
            </a:extLst>
          </p:cNvPr>
          <p:cNvSpPr>
            <a:spLocks xmlns:a="http://schemas.openxmlformats.org/drawingml/2006/main" noGrp="1"/>
          </p:cNvSpPr>
          <p:nvPr/>
        </p:nvSpPr>
        <p:spPr>
          <a:xfrm xmlns:a="http://schemas.openxmlformats.org/drawingml/2006/main">
            <a:off x="4362450" y="2362200"/>
            <a:ext cx="3467100"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7" name="step-no-5-1">
            <a:extLst xmlns:a="http://schemas.openxmlformats.org/drawingml/2006/main">
              <a:ext uri="{FF2B5EF4-FFF2-40B4-BE49-F238E27FC236}">
                <a16:creationId xmlns:a16="http://schemas.microsoft.com/office/drawing/2014/main" id="{833EA41F-5D42-4922-AFF8-D36816A501AE}"/>
              </a:ext>
            </a:extLst>
          </p:cNvPr>
          <p:cNvSpPr>
            <a:spLocks xmlns:a="http://schemas.openxmlformats.org/drawingml/2006/main" noGrp="1"/>
          </p:cNvSpPr>
          <p:nvPr/>
        </p:nvSpPr>
        <p:spPr>
          <a:xfrm xmlns:a="http://schemas.openxmlformats.org/drawingml/2006/main">
            <a:off x="457200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F97316"/>
                </a:solidFill>
              </a:defRPr>
            </a:pPr>
            <a:r>
              <a:rPr sz="3450" b="1">
                <a:solidFill>
                  <a:srgbClr val="F97316"/>
                </a:solidFill>
              </a:rPr>
              <a:t>02</a:t>
            </a:r>
          </a:p>
        </p:txBody>
      </p:sp>
      <p:sp>
        <p:nvSpPr>
          <p:cNvPr id="18" name="step-label-5-1">
            <a:extLst xmlns:a="http://schemas.openxmlformats.org/drawingml/2006/main">
              <a:ext uri="{FF2B5EF4-FFF2-40B4-BE49-F238E27FC236}">
                <a16:creationId xmlns:a16="http://schemas.microsoft.com/office/drawing/2014/main" id="{4D01965C-C809-400C-8BC0-35E13E910EEA}"/>
              </a:ext>
            </a:extLst>
          </p:cNvPr>
          <p:cNvSpPr>
            <a:spLocks xmlns:a="http://schemas.openxmlformats.org/drawingml/2006/main" noGrp="1"/>
          </p:cNvSpPr>
          <p:nvPr/>
        </p:nvSpPr>
        <p:spPr>
          <a:xfrm xmlns:a="http://schemas.openxmlformats.org/drawingml/2006/main">
            <a:off x="457200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目的を追加</a:t>
            </a:r>
          </a:p>
        </p:txBody>
      </p:sp>
      <p:sp>
        <p:nvSpPr>
          <p:cNvPr id="19" name="step-rule-5-1">
            <a:extLst xmlns:a="http://schemas.openxmlformats.org/drawingml/2006/main">
              <a:ext uri="{FF2B5EF4-FFF2-40B4-BE49-F238E27FC236}">
                <a16:creationId xmlns:a16="http://schemas.microsoft.com/office/drawing/2014/main" id="{8547D5BF-B9ED-464E-8FAA-E4070C4CC47C}"/>
              </a:ext>
            </a:extLst>
          </p:cNvPr>
          <p:cNvSpPr>
            <a:spLocks xmlns:a="http://schemas.openxmlformats.org/drawingml/2006/main" noGrp="1"/>
          </p:cNvSpPr>
          <p:nvPr/>
        </p:nvSpPr>
        <p:spPr>
          <a:xfrm xmlns:a="http://schemas.openxmlformats.org/drawingml/2006/main">
            <a:off x="4572000"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0" name="step-detail-5-1">
            <a:extLst xmlns:a="http://schemas.openxmlformats.org/drawingml/2006/main">
              <a:ext uri="{FF2B5EF4-FFF2-40B4-BE49-F238E27FC236}">
                <a16:creationId xmlns:a16="http://schemas.microsoft.com/office/drawing/2014/main" id="{5035C375-A57D-4285-9C3F-18FF69583F03}"/>
              </a:ext>
            </a:extLst>
          </p:cNvPr>
          <p:cNvSpPr>
            <a:spLocks xmlns:a="http://schemas.openxmlformats.org/drawingml/2006/main" noGrp="1"/>
          </p:cNvSpPr>
          <p:nvPr/>
        </p:nvSpPr>
        <p:spPr>
          <a:xfrm xmlns:a="http://schemas.openxmlformats.org/drawingml/2006/main">
            <a:off x="457200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会議日程を再調整したい</a:t>
            </a:r>
          </a:p>
        </p:txBody>
      </p:sp>
      <p:sp>
        <p:nvSpPr>
          <p:cNvPr id="21" name="step-card-5-2">
            <a:extLst xmlns:a="http://schemas.openxmlformats.org/drawingml/2006/main">
              <a:ext uri="{FF2B5EF4-FFF2-40B4-BE49-F238E27FC236}">
                <a16:creationId xmlns:a16="http://schemas.microsoft.com/office/drawing/2014/main" id="{69F71402-26A9-41D6-80D4-E2684B6C9051}"/>
              </a:ext>
            </a:extLst>
          </p:cNvPr>
          <p:cNvSpPr>
            <a:spLocks xmlns:a="http://schemas.openxmlformats.org/drawingml/2006/main" noGrp="1"/>
          </p:cNvSpPr>
          <p:nvPr/>
        </p:nvSpPr>
        <p:spPr>
          <a:xfrm xmlns:a="http://schemas.openxmlformats.org/drawingml/2006/main">
            <a:off x="80772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2" name="step-band-5-2">
            <a:extLst xmlns:a="http://schemas.openxmlformats.org/drawingml/2006/main">
              <a:ext uri="{FF2B5EF4-FFF2-40B4-BE49-F238E27FC236}">
                <a16:creationId xmlns:a16="http://schemas.microsoft.com/office/drawing/2014/main" id="{07624D9C-3A00-4E77-A938-F0EAF64A9214}"/>
              </a:ext>
            </a:extLst>
          </p:cNvPr>
          <p:cNvSpPr>
            <a:spLocks xmlns:a="http://schemas.openxmlformats.org/drawingml/2006/main" noGrp="1"/>
          </p:cNvSpPr>
          <p:nvPr/>
        </p:nvSpPr>
        <p:spPr>
          <a:xfrm xmlns:a="http://schemas.openxmlformats.org/drawingml/2006/main">
            <a:off x="8077200" y="2362200"/>
            <a:ext cx="3467100"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3" name="step-no-5-2">
            <a:extLst xmlns:a="http://schemas.openxmlformats.org/drawingml/2006/main">
              <a:ext uri="{FF2B5EF4-FFF2-40B4-BE49-F238E27FC236}">
                <a16:creationId xmlns:a16="http://schemas.microsoft.com/office/drawing/2014/main" id="{11CE29D4-8B66-4B86-9CC1-7360FC0BABD9}"/>
              </a:ext>
            </a:extLst>
          </p:cNvPr>
          <p:cNvSpPr>
            <a:spLocks xmlns:a="http://schemas.openxmlformats.org/drawingml/2006/main" noGrp="1"/>
          </p:cNvSpPr>
          <p:nvPr/>
        </p:nvSpPr>
        <p:spPr>
          <a:xfrm xmlns:a="http://schemas.openxmlformats.org/drawingml/2006/main">
            <a:off x="82867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0B6B66"/>
                </a:solidFill>
              </a:defRPr>
            </a:pPr>
            <a:r>
              <a:rPr sz="3450" b="1">
                <a:solidFill>
                  <a:srgbClr val="0B6B66"/>
                </a:solidFill>
              </a:rPr>
              <a:t>03</a:t>
            </a:r>
          </a:p>
        </p:txBody>
      </p:sp>
      <p:sp>
        <p:nvSpPr>
          <p:cNvPr id="24" name="step-label-5-2">
            <a:extLst xmlns:a="http://schemas.openxmlformats.org/drawingml/2006/main">
              <a:ext uri="{FF2B5EF4-FFF2-40B4-BE49-F238E27FC236}">
                <a16:creationId xmlns:a16="http://schemas.microsoft.com/office/drawing/2014/main" id="{EA55B4FA-DB68-4F99-819C-6B0B9A914AC8}"/>
              </a:ext>
            </a:extLst>
          </p:cNvPr>
          <p:cNvSpPr>
            <a:spLocks xmlns:a="http://schemas.openxmlformats.org/drawingml/2006/main" noGrp="1"/>
          </p:cNvSpPr>
          <p:nvPr/>
        </p:nvSpPr>
        <p:spPr>
          <a:xfrm xmlns:a="http://schemas.openxmlformats.org/drawingml/2006/main">
            <a:off x="82867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利用場面まで</a:t>
            </a:r>
          </a:p>
        </p:txBody>
      </p:sp>
      <p:sp>
        <p:nvSpPr>
          <p:cNvPr id="25" name="step-rule-5-2">
            <a:extLst xmlns:a="http://schemas.openxmlformats.org/drawingml/2006/main">
              <a:ext uri="{FF2B5EF4-FFF2-40B4-BE49-F238E27FC236}">
                <a16:creationId xmlns:a16="http://schemas.microsoft.com/office/drawing/2014/main" id="{5905B7FC-7B2E-4678-A5A9-A1F8D5ABC2C4}"/>
              </a:ext>
            </a:extLst>
          </p:cNvPr>
          <p:cNvSpPr>
            <a:spLocks xmlns:a="http://schemas.openxmlformats.org/drawingml/2006/main" noGrp="1"/>
          </p:cNvSpPr>
          <p:nvPr/>
        </p:nvSpPr>
        <p:spPr>
          <a:xfrm xmlns:a="http://schemas.openxmlformats.org/drawingml/2006/main">
            <a:off x="82867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6" name="step-detail-5-2">
            <a:extLst xmlns:a="http://schemas.openxmlformats.org/drawingml/2006/main">
              <a:ext uri="{FF2B5EF4-FFF2-40B4-BE49-F238E27FC236}">
                <a16:creationId xmlns:a16="http://schemas.microsoft.com/office/drawing/2014/main" id="{CBCAF57F-E977-4AB4-9BA8-49AA41EEB79D}"/>
              </a:ext>
            </a:extLst>
          </p:cNvPr>
          <p:cNvSpPr>
            <a:spLocks xmlns:a="http://schemas.openxmlformats.org/drawingml/2006/main" noGrp="1"/>
          </p:cNvSpPr>
          <p:nvPr/>
        </p:nvSpPr>
        <p:spPr>
          <a:xfrm xmlns:a="http://schemas.openxmlformats.org/drawingml/2006/main">
            <a:off x="82867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取引先へ送る下書き。人が確認後に送信</a:t>
            </a:r>
          </a:p>
        </p:txBody>
      </p:sp>
      <p:sp>
        <p:nvSpPr>
          <p:cNvPr id="27" name="body-callout-5">
            <a:extLst xmlns:a="http://schemas.openxmlformats.org/drawingml/2006/main">
              <a:ext uri="{FF2B5EF4-FFF2-40B4-BE49-F238E27FC236}">
                <a16:creationId xmlns:a16="http://schemas.microsoft.com/office/drawing/2014/main" id="{FB7D7BFF-124D-44B8-A7FB-387389120E5D}"/>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28" name="body-text-5">
            <a:extLst xmlns:a="http://schemas.openxmlformats.org/drawingml/2006/main">
              <a:ext uri="{FF2B5EF4-FFF2-40B4-BE49-F238E27FC236}">
                <a16:creationId xmlns:a16="http://schemas.microsoft.com/office/drawing/2014/main" id="{7B17AC98-6F5B-4F49-925F-334665CC3BB9}"/>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悪い例：メールを書いて　｜　改善例：会議日程を再調整する丁寧なメールの下書き</a:t>
            </a:r>
          </a:p>
        </p:txBody>
      </p:sp>
      <p:sp>
        <p:nvSpPr>
          <p:cNvPr id="29" name="footer-rule-5">
            <a:extLst xmlns:a="http://schemas.openxmlformats.org/drawingml/2006/main">
              <a:ext uri="{FF2B5EF4-FFF2-40B4-BE49-F238E27FC236}">
                <a16:creationId xmlns:a16="http://schemas.microsoft.com/office/drawing/2014/main" id="{5830F2E6-0A25-4A7E-8280-B7032AA06840}"/>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0" name="footer-source-5">
            <a:extLst xmlns:a="http://schemas.openxmlformats.org/drawingml/2006/main">
              <a:ext uri="{FF2B5EF4-FFF2-40B4-BE49-F238E27FC236}">
                <a16:creationId xmlns:a16="http://schemas.microsoft.com/office/drawing/2014/main" id="{E1B14650-60DB-4C32-8025-AB762EED4A96}"/>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1" name="footer-no-5">
            <a:extLst xmlns:a="http://schemas.openxmlformats.org/drawingml/2006/main">
              <a:ext uri="{FF2B5EF4-FFF2-40B4-BE49-F238E27FC236}">
                <a16:creationId xmlns:a16="http://schemas.microsoft.com/office/drawing/2014/main" id="{0943A561-2C72-44EE-8D5F-A2BC3DB5DAD9}"/>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05 / 20</a:t>
            </a:r>
          </a:p>
        </p:txBody>
      </p:sp>
    </p:spTree>
    <p:extLst>
      <p:ext uri="{BB962C8B-B14F-4D97-AF65-F5344CB8AC3E}">
        <p14:creationId xmlns:p14="http://schemas.microsoft.com/office/powerpoint/2010/main" val="1427137266"/>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6" name="accent-6">
            <a:extLst xmlns:a="http://schemas.openxmlformats.org/drawingml/2006/main">
              <a:ext uri="{FF2B5EF4-FFF2-40B4-BE49-F238E27FC236}">
                <a16:creationId xmlns:a16="http://schemas.microsoft.com/office/drawing/2014/main" id="{6B4090BF-A7CF-4A7E-9A81-661E8F92AE4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6">
            <a:extLst xmlns:a="http://schemas.openxmlformats.org/drawingml/2006/main">
              <a:ext uri="{FF2B5EF4-FFF2-40B4-BE49-F238E27FC236}">
                <a16:creationId xmlns:a16="http://schemas.microsoft.com/office/drawing/2014/main" id="{0AC58CB3-0FBE-42F0-AA62-73208DBE457B}"/>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4要素② 背景</a:t>
            </a:r>
          </a:p>
        </p:txBody>
      </p:sp>
      <p:sp>
        <p:nvSpPr>
          <p:cNvPr id="3" name="label-6">
            <a:extLst xmlns:a="http://schemas.openxmlformats.org/drawingml/2006/main">
              <a:ext uri="{FF2B5EF4-FFF2-40B4-BE49-F238E27FC236}">
                <a16:creationId xmlns:a16="http://schemas.microsoft.com/office/drawing/2014/main" id="{8474A6AA-CAAC-4F03-9FF3-7EB049FBBE49}"/>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6">
            <a:extLst xmlns:a="http://schemas.openxmlformats.org/drawingml/2006/main">
              <a:ext uri="{FF2B5EF4-FFF2-40B4-BE49-F238E27FC236}">
                <a16:creationId xmlns:a16="http://schemas.microsoft.com/office/drawing/2014/main" id="{B5FF6B4F-DB52-4983-BCFD-28A1D82ED1E8}"/>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背景は「判断に必要な分だけ」渡す</a:t>
            </a:r>
          </a:p>
        </p:txBody>
      </p:sp>
      <p:sp>
        <p:nvSpPr>
          <p:cNvPr id="5" name="title-rule-6">
            <a:extLst xmlns:a="http://schemas.openxmlformats.org/drawingml/2006/main">
              <a:ext uri="{FF2B5EF4-FFF2-40B4-BE49-F238E27FC236}">
                <a16:creationId xmlns:a16="http://schemas.microsoft.com/office/drawing/2014/main" id="{225AAA9C-6462-4FAD-8034-1B1B8A9E2C2E}"/>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6">
            <a:extLst xmlns:a="http://schemas.openxmlformats.org/drawingml/2006/main">
              <a:ext uri="{FF2B5EF4-FFF2-40B4-BE49-F238E27FC236}">
                <a16:creationId xmlns:a16="http://schemas.microsoft.com/office/drawing/2014/main" id="{5D2B446A-DE7B-4FAD-BDA0-207B6A0CAA3C}"/>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読み手・状況・前提を加える。ただし、個人情報や機密を丸ごと貼らない。</a:t>
            </a:r>
          </a:p>
        </p:txBody>
      </p:sp>
      <p:sp>
        <p:nvSpPr>
          <p:cNvPr id="7" name="check-focus-6">
            <a:extLst xmlns:a="http://schemas.openxmlformats.org/drawingml/2006/main">
              <a:ext uri="{FF2B5EF4-FFF2-40B4-BE49-F238E27FC236}">
                <a16:creationId xmlns:a16="http://schemas.microsoft.com/office/drawing/2014/main" id="{CE0B41D8-27DE-405F-A004-26940E05C4B0}"/>
              </a:ext>
            </a:extLst>
          </p:cNvPr>
          <p:cNvSpPr>
            <a:spLocks xmlns:a="http://schemas.openxmlformats.org/drawingml/2006/main" noGrp="1"/>
          </p:cNvSpPr>
          <p:nvPr/>
        </p:nvSpPr>
        <p:spPr>
          <a:xfrm xmlns:a="http://schemas.openxmlformats.org/drawingml/2006/main">
            <a:off x="647700" y="2343150"/>
            <a:ext cx="2990850" cy="2628900"/>
          </a:xfrm>
          <a:prstGeom xmlns:a="http://schemas.openxmlformats.org/drawingml/2006/main" prst="roundRect">
            <a:avLst>
              <a:gd name="adj" fmla="val 5797"/>
            </a:avLst>
          </a:prstGeom>
          <a:solidFill xmlns:a="http://schemas.openxmlformats.org/drawingml/2006/main">
            <a:srgbClr val="064E4A"/>
          </a:solidFill>
          <a:ln xmlns:a="http://schemas.openxmlformats.org/drawingml/2006/main" w="0">
            <a:solidFill>
              <a:srgbClr val="064E4A"/>
            </a:solidFill>
            <a:prstDash val="solid"/>
          </a:ln>
        </p:spPr>
      </p:sp>
      <p:sp>
        <p:nvSpPr>
          <p:cNvPr id="8" name="check-focus-kicker-6">
            <a:extLst xmlns:a="http://schemas.openxmlformats.org/drawingml/2006/main">
              <a:ext uri="{FF2B5EF4-FFF2-40B4-BE49-F238E27FC236}">
                <a16:creationId xmlns:a16="http://schemas.microsoft.com/office/drawing/2014/main" id="{BACA0FF5-94FB-4BF4-9AB4-7C9A01BD012E}"/>
              </a:ext>
            </a:extLst>
          </p:cNvPr>
          <p:cNvSpPr>
            <a:spLocks xmlns:a="http://schemas.openxmlformats.org/drawingml/2006/main" noGrp="1"/>
          </p:cNvSpPr>
          <p:nvPr/>
        </p:nvSpPr>
        <p:spPr>
          <a:xfrm xmlns:a="http://schemas.openxmlformats.org/drawingml/2006/main">
            <a:off x="895350" y="26289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BDE8E2"/>
                </a:solidFill>
              </a:defRPr>
            </a:pPr>
            <a:r>
              <a:rPr sz="1350" b="1">
                <a:solidFill>
                  <a:srgbClr val="BDE8E2"/>
                </a:solidFill>
              </a:rPr>
              <a:t>CHECK</a:t>
            </a:r>
          </a:p>
        </p:txBody>
      </p:sp>
      <p:sp>
        <p:nvSpPr>
          <p:cNvPr id="9" name="check-focus-text-6">
            <a:extLst xmlns:a="http://schemas.openxmlformats.org/drawingml/2006/main">
              <a:ext uri="{FF2B5EF4-FFF2-40B4-BE49-F238E27FC236}">
                <a16:creationId xmlns:a16="http://schemas.microsoft.com/office/drawing/2014/main" id="{E3C4F078-E5E3-4966-9697-83D8F040E61E}"/>
              </a:ext>
            </a:extLst>
          </p:cNvPr>
          <p:cNvSpPr>
            <a:spLocks xmlns:a="http://schemas.openxmlformats.org/drawingml/2006/main" noGrp="1"/>
          </p:cNvSpPr>
          <p:nvPr/>
        </p:nvSpPr>
        <p:spPr>
          <a:xfrm xmlns:a="http://schemas.openxmlformats.org/drawingml/2006/main">
            <a:off x="895350" y="3124200"/>
            <a:ext cx="24384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850" b="1">
                <a:solidFill>
                  <a:srgbClr val="FFFFFF"/>
                </a:solidFill>
              </a:defRPr>
            </a:pPr>
            <a:r>
              <a:rPr sz="2850" b="1">
                <a:solidFill>
                  <a:srgbClr val="FFFFFF"/>
                </a:solidFill>
              </a:rPr>
              <a:t>必要な分だけ</a:t>
            </a:r>
          </a:p>
        </p:txBody>
      </p:sp>
      <p:sp>
        <p:nvSpPr>
          <p:cNvPr id="10" name="check-focus-note-6">
            <a:extLst xmlns:a="http://schemas.openxmlformats.org/drawingml/2006/main">
              <a:ext uri="{FF2B5EF4-FFF2-40B4-BE49-F238E27FC236}">
                <a16:creationId xmlns:a16="http://schemas.microsoft.com/office/drawing/2014/main" id="{737F6F66-5DEF-4D11-8E46-F02464D413DE}"/>
              </a:ext>
            </a:extLst>
          </p:cNvPr>
          <p:cNvSpPr>
            <a:spLocks xmlns:a="http://schemas.openxmlformats.org/drawingml/2006/main" noGrp="1"/>
          </p:cNvSpPr>
          <p:nvPr/>
        </p:nvSpPr>
        <p:spPr>
          <a:xfrm xmlns:a="http://schemas.openxmlformats.org/drawingml/2006/main">
            <a:off x="895350" y="4419600"/>
            <a:ext cx="2428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0">
                <a:solidFill>
                  <a:srgbClr val="D4EFEB"/>
                </a:solidFill>
              </a:defRPr>
            </a:pPr>
            <a:r>
              <a:rPr sz="1200" b="0">
                <a:solidFill>
                  <a:srgbClr val="D4EFEB"/>
                </a:solidFill>
              </a:rPr>
              <a:t>表示が整っていても、内容の正しさは別に確認する</a:t>
            </a:r>
          </a:p>
        </p:txBody>
      </p:sp>
      <p:sp>
        <p:nvSpPr>
          <p:cNvPr id="11" name="check-row-6-0">
            <a:extLst xmlns:a="http://schemas.openxmlformats.org/drawingml/2006/main">
              <a:ext uri="{FF2B5EF4-FFF2-40B4-BE49-F238E27FC236}">
                <a16:creationId xmlns:a16="http://schemas.microsoft.com/office/drawing/2014/main" id="{785268C2-386C-414B-B416-F781F6F34B1E}"/>
              </a:ext>
            </a:extLst>
          </p:cNvPr>
          <p:cNvSpPr>
            <a:spLocks xmlns:a="http://schemas.openxmlformats.org/drawingml/2006/main" noGrp="1"/>
          </p:cNvSpPr>
          <p:nvPr/>
        </p:nvSpPr>
        <p:spPr>
          <a:xfrm xmlns:a="http://schemas.openxmlformats.org/drawingml/2006/main">
            <a:off x="3962400" y="23431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12" name="check-dot-6-0">
            <a:extLst xmlns:a="http://schemas.openxmlformats.org/drawingml/2006/main">
              <a:ext uri="{FF2B5EF4-FFF2-40B4-BE49-F238E27FC236}">
                <a16:creationId xmlns:a16="http://schemas.microsoft.com/office/drawing/2014/main" id="{5480A45C-01E4-4DC8-9C6A-E49EBC7B77BF}"/>
              </a:ext>
            </a:extLst>
          </p:cNvPr>
          <p:cNvSpPr>
            <a:spLocks xmlns:a="http://schemas.openxmlformats.org/drawingml/2006/main" noGrp="1"/>
          </p:cNvSpPr>
          <p:nvPr/>
        </p:nvSpPr>
        <p:spPr>
          <a:xfrm xmlns:a="http://schemas.openxmlformats.org/drawingml/2006/main">
            <a:off x="4114800" y="24479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3" name="check-mark-6-0">
            <a:extLst xmlns:a="http://schemas.openxmlformats.org/drawingml/2006/main">
              <a:ext uri="{FF2B5EF4-FFF2-40B4-BE49-F238E27FC236}">
                <a16:creationId xmlns:a16="http://schemas.microsoft.com/office/drawing/2014/main" id="{69FC26B5-02B6-46D5-9BE0-ED0CF96E17F1}"/>
              </a:ext>
            </a:extLst>
          </p:cNvPr>
          <p:cNvSpPr>
            <a:spLocks xmlns:a="http://schemas.openxmlformats.org/drawingml/2006/main" noGrp="1"/>
          </p:cNvSpPr>
          <p:nvPr/>
        </p:nvSpPr>
        <p:spPr>
          <a:xfrm xmlns:a="http://schemas.openxmlformats.org/drawingml/2006/main">
            <a:off x="4114800" y="24384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4" name="check-text-6-0">
            <a:extLst xmlns:a="http://schemas.openxmlformats.org/drawingml/2006/main">
              <a:ext uri="{FF2B5EF4-FFF2-40B4-BE49-F238E27FC236}">
                <a16:creationId xmlns:a16="http://schemas.microsoft.com/office/drawing/2014/main" id="{27FF51AD-127C-4C41-A774-CD0B5F578724}"/>
              </a:ext>
            </a:extLst>
          </p:cNvPr>
          <p:cNvSpPr>
            <a:spLocks xmlns:a="http://schemas.openxmlformats.org/drawingml/2006/main" noGrp="1"/>
          </p:cNvSpPr>
          <p:nvPr/>
        </p:nvSpPr>
        <p:spPr>
          <a:xfrm xmlns:a="http://schemas.openxmlformats.org/drawingml/2006/main">
            <a:off x="4495800" y="23812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読み手は誰か</a:t>
            </a:r>
          </a:p>
        </p:txBody>
      </p:sp>
      <p:sp>
        <p:nvSpPr>
          <p:cNvPr id="15" name="check-row-6-1">
            <a:extLst xmlns:a="http://schemas.openxmlformats.org/drawingml/2006/main">
              <a:ext uri="{FF2B5EF4-FFF2-40B4-BE49-F238E27FC236}">
                <a16:creationId xmlns:a16="http://schemas.microsoft.com/office/drawing/2014/main" id="{94B0B70D-B705-4217-B309-27DDCD2AA356}"/>
              </a:ext>
            </a:extLst>
          </p:cNvPr>
          <p:cNvSpPr>
            <a:spLocks xmlns:a="http://schemas.openxmlformats.org/drawingml/2006/main" noGrp="1"/>
          </p:cNvSpPr>
          <p:nvPr/>
        </p:nvSpPr>
        <p:spPr>
          <a:xfrm xmlns:a="http://schemas.openxmlformats.org/drawingml/2006/main">
            <a:off x="3962400" y="28575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16" name="check-dot-6-1">
            <a:extLst xmlns:a="http://schemas.openxmlformats.org/drawingml/2006/main">
              <a:ext uri="{FF2B5EF4-FFF2-40B4-BE49-F238E27FC236}">
                <a16:creationId xmlns:a16="http://schemas.microsoft.com/office/drawing/2014/main" id="{14276AAC-BF75-4D88-A29F-44454C5A7496}"/>
              </a:ext>
            </a:extLst>
          </p:cNvPr>
          <p:cNvSpPr>
            <a:spLocks xmlns:a="http://schemas.openxmlformats.org/drawingml/2006/main" noGrp="1"/>
          </p:cNvSpPr>
          <p:nvPr/>
        </p:nvSpPr>
        <p:spPr>
          <a:xfrm xmlns:a="http://schemas.openxmlformats.org/drawingml/2006/main">
            <a:off x="4114800" y="29622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7" name="check-mark-6-1">
            <a:extLst xmlns:a="http://schemas.openxmlformats.org/drawingml/2006/main">
              <a:ext uri="{FF2B5EF4-FFF2-40B4-BE49-F238E27FC236}">
                <a16:creationId xmlns:a16="http://schemas.microsoft.com/office/drawing/2014/main" id="{2D0C424E-222C-433F-A0C5-5E6A82A1F059}"/>
              </a:ext>
            </a:extLst>
          </p:cNvPr>
          <p:cNvSpPr>
            <a:spLocks xmlns:a="http://schemas.openxmlformats.org/drawingml/2006/main" noGrp="1"/>
          </p:cNvSpPr>
          <p:nvPr/>
        </p:nvSpPr>
        <p:spPr>
          <a:xfrm xmlns:a="http://schemas.openxmlformats.org/drawingml/2006/main">
            <a:off x="4114800" y="29527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8" name="check-text-6-1">
            <a:extLst xmlns:a="http://schemas.openxmlformats.org/drawingml/2006/main">
              <a:ext uri="{FF2B5EF4-FFF2-40B4-BE49-F238E27FC236}">
                <a16:creationId xmlns:a16="http://schemas.microsoft.com/office/drawing/2014/main" id="{2CA66449-6C5A-4A23-B6D4-BA02B789DA0F}"/>
              </a:ext>
            </a:extLst>
          </p:cNvPr>
          <p:cNvSpPr>
            <a:spLocks xmlns:a="http://schemas.openxmlformats.org/drawingml/2006/main" noGrp="1"/>
          </p:cNvSpPr>
          <p:nvPr/>
        </p:nvSpPr>
        <p:spPr>
          <a:xfrm xmlns:a="http://schemas.openxmlformats.org/drawingml/2006/main">
            <a:off x="4495800" y="28956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現在どんな状況か</a:t>
            </a:r>
          </a:p>
        </p:txBody>
      </p:sp>
      <p:sp>
        <p:nvSpPr>
          <p:cNvPr id="19" name="check-row-6-2">
            <a:extLst xmlns:a="http://schemas.openxmlformats.org/drawingml/2006/main">
              <a:ext uri="{FF2B5EF4-FFF2-40B4-BE49-F238E27FC236}">
                <a16:creationId xmlns:a16="http://schemas.microsoft.com/office/drawing/2014/main" id="{A0F1B0C9-128B-4EE8-8A96-68F57A33C837}"/>
              </a:ext>
            </a:extLst>
          </p:cNvPr>
          <p:cNvSpPr>
            <a:spLocks xmlns:a="http://schemas.openxmlformats.org/drawingml/2006/main" noGrp="1"/>
          </p:cNvSpPr>
          <p:nvPr/>
        </p:nvSpPr>
        <p:spPr>
          <a:xfrm xmlns:a="http://schemas.openxmlformats.org/drawingml/2006/main">
            <a:off x="3962400" y="33718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0" name="check-dot-6-2">
            <a:extLst xmlns:a="http://schemas.openxmlformats.org/drawingml/2006/main">
              <a:ext uri="{FF2B5EF4-FFF2-40B4-BE49-F238E27FC236}">
                <a16:creationId xmlns:a16="http://schemas.microsoft.com/office/drawing/2014/main" id="{313D10B3-521D-4140-B95E-7FDA8FC5AF9A}"/>
              </a:ext>
            </a:extLst>
          </p:cNvPr>
          <p:cNvSpPr>
            <a:spLocks xmlns:a="http://schemas.openxmlformats.org/drawingml/2006/main" noGrp="1"/>
          </p:cNvSpPr>
          <p:nvPr/>
        </p:nvSpPr>
        <p:spPr>
          <a:xfrm xmlns:a="http://schemas.openxmlformats.org/drawingml/2006/main">
            <a:off x="4114800" y="34766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1" name="check-mark-6-2">
            <a:extLst xmlns:a="http://schemas.openxmlformats.org/drawingml/2006/main">
              <a:ext uri="{FF2B5EF4-FFF2-40B4-BE49-F238E27FC236}">
                <a16:creationId xmlns:a16="http://schemas.microsoft.com/office/drawing/2014/main" id="{416FB7B2-1F0E-4CDD-8ED1-1BD007A2E6CF}"/>
              </a:ext>
            </a:extLst>
          </p:cNvPr>
          <p:cNvSpPr>
            <a:spLocks xmlns:a="http://schemas.openxmlformats.org/drawingml/2006/main" noGrp="1"/>
          </p:cNvSpPr>
          <p:nvPr/>
        </p:nvSpPr>
        <p:spPr>
          <a:xfrm xmlns:a="http://schemas.openxmlformats.org/drawingml/2006/main">
            <a:off x="4114800" y="34671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2" name="check-text-6-2">
            <a:extLst xmlns:a="http://schemas.openxmlformats.org/drawingml/2006/main">
              <a:ext uri="{FF2B5EF4-FFF2-40B4-BE49-F238E27FC236}">
                <a16:creationId xmlns:a16="http://schemas.microsoft.com/office/drawing/2014/main" id="{E2BFB4E8-58F0-444A-ACC7-7590796BAD96}"/>
              </a:ext>
            </a:extLst>
          </p:cNvPr>
          <p:cNvSpPr>
            <a:spLocks xmlns:a="http://schemas.openxmlformats.org/drawingml/2006/main" noGrp="1"/>
          </p:cNvSpPr>
          <p:nvPr/>
        </p:nvSpPr>
        <p:spPr>
          <a:xfrm xmlns:a="http://schemas.openxmlformats.org/drawingml/2006/main">
            <a:off x="4495800" y="34099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既に決まっていることは何か</a:t>
            </a:r>
          </a:p>
        </p:txBody>
      </p:sp>
      <p:sp>
        <p:nvSpPr>
          <p:cNvPr id="23" name="check-row-6-3">
            <a:extLst xmlns:a="http://schemas.openxmlformats.org/drawingml/2006/main">
              <a:ext uri="{FF2B5EF4-FFF2-40B4-BE49-F238E27FC236}">
                <a16:creationId xmlns:a16="http://schemas.microsoft.com/office/drawing/2014/main" id="{91C374EE-672D-468B-80DE-7220BD8A2286}"/>
              </a:ext>
            </a:extLst>
          </p:cNvPr>
          <p:cNvSpPr>
            <a:spLocks xmlns:a="http://schemas.openxmlformats.org/drawingml/2006/main" noGrp="1"/>
          </p:cNvSpPr>
          <p:nvPr/>
        </p:nvSpPr>
        <p:spPr>
          <a:xfrm xmlns:a="http://schemas.openxmlformats.org/drawingml/2006/main">
            <a:off x="3962400" y="38862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24" name="check-dot-6-3">
            <a:extLst xmlns:a="http://schemas.openxmlformats.org/drawingml/2006/main">
              <a:ext uri="{FF2B5EF4-FFF2-40B4-BE49-F238E27FC236}">
                <a16:creationId xmlns:a16="http://schemas.microsoft.com/office/drawing/2014/main" id="{259B854F-7884-450B-A151-D1008B0CC909}"/>
              </a:ext>
            </a:extLst>
          </p:cNvPr>
          <p:cNvSpPr>
            <a:spLocks xmlns:a="http://schemas.openxmlformats.org/drawingml/2006/main" noGrp="1"/>
          </p:cNvSpPr>
          <p:nvPr/>
        </p:nvSpPr>
        <p:spPr>
          <a:xfrm xmlns:a="http://schemas.openxmlformats.org/drawingml/2006/main">
            <a:off x="4114800" y="39909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5" name="check-mark-6-3">
            <a:extLst xmlns:a="http://schemas.openxmlformats.org/drawingml/2006/main">
              <a:ext uri="{FF2B5EF4-FFF2-40B4-BE49-F238E27FC236}">
                <a16:creationId xmlns:a16="http://schemas.microsoft.com/office/drawing/2014/main" id="{D37817E7-CCD9-4D0B-97B0-2AC278C7F97A}"/>
              </a:ext>
            </a:extLst>
          </p:cNvPr>
          <p:cNvSpPr>
            <a:spLocks xmlns:a="http://schemas.openxmlformats.org/drawingml/2006/main" noGrp="1"/>
          </p:cNvSpPr>
          <p:nvPr/>
        </p:nvSpPr>
        <p:spPr>
          <a:xfrm xmlns:a="http://schemas.openxmlformats.org/drawingml/2006/main">
            <a:off x="4114800" y="39814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6" name="check-text-6-3">
            <a:extLst xmlns:a="http://schemas.openxmlformats.org/drawingml/2006/main">
              <a:ext uri="{FF2B5EF4-FFF2-40B4-BE49-F238E27FC236}">
                <a16:creationId xmlns:a16="http://schemas.microsoft.com/office/drawing/2014/main" id="{91D7A1CF-DCEF-40FF-B4BE-514DC46D8D19}"/>
              </a:ext>
            </a:extLst>
          </p:cNvPr>
          <p:cNvSpPr>
            <a:spLocks xmlns:a="http://schemas.openxmlformats.org/drawingml/2006/main" noGrp="1"/>
          </p:cNvSpPr>
          <p:nvPr/>
        </p:nvSpPr>
        <p:spPr>
          <a:xfrm xmlns:a="http://schemas.openxmlformats.org/drawingml/2006/main">
            <a:off x="4495800" y="39243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何を前提にしてはいけないか</a:t>
            </a:r>
          </a:p>
        </p:txBody>
      </p:sp>
      <p:sp>
        <p:nvSpPr>
          <p:cNvPr id="27" name="check-row-6-4">
            <a:extLst xmlns:a="http://schemas.openxmlformats.org/drawingml/2006/main">
              <a:ext uri="{FF2B5EF4-FFF2-40B4-BE49-F238E27FC236}">
                <a16:creationId xmlns:a16="http://schemas.microsoft.com/office/drawing/2014/main" id="{D72D22A4-FC3E-48AF-B425-788B0C87B5D9}"/>
              </a:ext>
            </a:extLst>
          </p:cNvPr>
          <p:cNvSpPr>
            <a:spLocks xmlns:a="http://schemas.openxmlformats.org/drawingml/2006/main" noGrp="1"/>
          </p:cNvSpPr>
          <p:nvPr/>
        </p:nvSpPr>
        <p:spPr>
          <a:xfrm xmlns:a="http://schemas.openxmlformats.org/drawingml/2006/main">
            <a:off x="3962400" y="44005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8" name="check-dot-6-4">
            <a:extLst xmlns:a="http://schemas.openxmlformats.org/drawingml/2006/main">
              <a:ext uri="{FF2B5EF4-FFF2-40B4-BE49-F238E27FC236}">
                <a16:creationId xmlns:a16="http://schemas.microsoft.com/office/drawing/2014/main" id="{8E068B47-2165-44F6-B19E-3C184609F554}"/>
              </a:ext>
            </a:extLst>
          </p:cNvPr>
          <p:cNvSpPr>
            <a:spLocks xmlns:a="http://schemas.openxmlformats.org/drawingml/2006/main" noGrp="1"/>
          </p:cNvSpPr>
          <p:nvPr/>
        </p:nvSpPr>
        <p:spPr>
          <a:xfrm xmlns:a="http://schemas.openxmlformats.org/drawingml/2006/main">
            <a:off x="4114800" y="45053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9" name="check-mark-6-4">
            <a:extLst xmlns:a="http://schemas.openxmlformats.org/drawingml/2006/main">
              <a:ext uri="{FF2B5EF4-FFF2-40B4-BE49-F238E27FC236}">
                <a16:creationId xmlns:a16="http://schemas.microsoft.com/office/drawing/2014/main" id="{6C89B3C1-5735-4555-95B0-57E759BBCFD5}"/>
              </a:ext>
            </a:extLst>
          </p:cNvPr>
          <p:cNvSpPr>
            <a:spLocks xmlns:a="http://schemas.openxmlformats.org/drawingml/2006/main" noGrp="1"/>
          </p:cNvSpPr>
          <p:nvPr/>
        </p:nvSpPr>
        <p:spPr>
          <a:xfrm xmlns:a="http://schemas.openxmlformats.org/drawingml/2006/main">
            <a:off x="4114800" y="44958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30" name="check-text-6-4">
            <a:extLst xmlns:a="http://schemas.openxmlformats.org/drawingml/2006/main">
              <a:ext uri="{FF2B5EF4-FFF2-40B4-BE49-F238E27FC236}">
                <a16:creationId xmlns:a16="http://schemas.microsoft.com/office/drawing/2014/main" id="{D8C7FB3D-5383-427E-BC5D-C96EBE43BB2B}"/>
              </a:ext>
            </a:extLst>
          </p:cNvPr>
          <p:cNvSpPr>
            <a:spLocks xmlns:a="http://schemas.openxmlformats.org/drawingml/2006/main" noGrp="1"/>
          </p:cNvSpPr>
          <p:nvPr/>
        </p:nvSpPr>
        <p:spPr>
          <a:xfrm xmlns:a="http://schemas.openxmlformats.org/drawingml/2006/main">
            <a:off x="4495800" y="44386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172B3A"/>
                </a:solidFill>
              </a:defRPr>
            </a:pPr>
            <a:r>
              <a:rPr sz="1575" b="1">
                <a:solidFill>
                  <a:srgbClr val="172B3A"/>
                </a:solidFill>
              </a:rPr>
              <a:t>その情報は本当に入力が必要か</a:t>
            </a:r>
          </a:p>
        </p:txBody>
      </p:sp>
      <p:sp>
        <p:nvSpPr>
          <p:cNvPr id="31" name="body-callout-6">
            <a:extLst xmlns:a="http://schemas.openxmlformats.org/drawingml/2006/main">
              <a:ext uri="{FF2B5EF4-FFF2-40B4-BE49-F238E27FC236}">
                <a16:creationId xmlns:a16="http://schemas.microsoft.com/office/drawing/2014/main" id="{AA51088C-F2D7-41E8-A036-76FD41A4D9A2}"/>
              </a:ext>
            </a:extLst>
          </p:cNvPr>
          <p:cNvSpPr>
            <a:spLocks xmlns:a="http://schemas.openxmlformats.org/drawingml/2006/main" noGrp="1"/>
          </p:cNvSpPr>
          <p:nvPr/>
        </p:nvSpPr>
        <p:spPr>
          <a:xfrm xmlns:a="http://schemas.openxmlformats.org/drawingml/2006/main">
            <a:off x="647700" y="525780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2" name="body-text-6">
            <a:extLst xmlns:a="http://schemas.openxmlformats.org/drawingml/2006/main">
              <a:ext uri="{FF2B5EF4-FFF2-40B4-BE49-F238E27FC236}">
                <a16:creationId xmlns:a16="http://schemas.microsoft.com/office/drawing/2014/main" id="{F4634E7E-26E6-4CF1-A6EF-E3AD65938DFC}"/>
              </a:ext>
            </a:extLst>
          </p:cNvPr>
          <p:cNvSpPr>
            <a:spLocks xmlns:a="http://schemas.openxmlformats.org/drawingml/2006/main" noGrp="1"/>
          </p:cNvSpPr>
          <p:nvPr/>
        </p:nvSpPr>
        <p:spPr>
          <a:xfrm xmlns:a="http://schemas.openxmlformats.org/drawingml/2006/main">
            <a:off x="819150" y="530542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公開情報、架空例、集計値、必要十分な抜粋を優先</a:t>
            </a:r>
          </a:p>
        </p:txBody>
      </p:sp>
      <p:sp>
        <p:nvSpPr>
          <p:cNvPr id="33" name="footer-rule-6">
            <a:extLst xmlns:a="http://schemas.openxmlformats.org/drawingml/2006/main">
              <a:ext uri="{FF2B5EF4-FFF2-40B4-BE49-F238E27FC236}">
                <a16:creationId xmlns:a16="http://schemas.microsoft.com/office/drawing/2014/main" id="{0D17584D-174B-4DF6-8E64-7A51555B82C4}"/>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4" name="footer-source-6">
            <a:extLst xmlns:a="http://schemas.openxmlformats.org/drawingml/2006/main">
              <a:ext uri="{FF2B5EF4-FFF2-40B4-BE49-F238E27FC236}">
                <a16:creationId xmlns:a16="http://schemas.microsoft.com/office/drawing/2014/main" id="{4B25978C-7FC7-4A14-8802-1221A4DE39C5}"/>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5" name="footer-no-6">
            <a:extLst xmlns:a="http://schemas.openxmlformats.org/drawingml/2006/main">
              <a:ext uri="{FF2B5EF4-FFF2-40B4-BE49-F238E27FC236}">
                <a16:creationId xmlns:a16="http://schemas.microsoft.com/office/drawing/2014/main" id="{ECE09340-E7F0-4B0A-8D44-68263FC1CBFB}"/>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06 / 20</a:t>
            </a:r>
          </a:p>
        </p:txBody>
      </p:sp>
    </p:spTree>
    <p:extLst>
      <p:ext uri="{BB962C8B-B14F-4D97-AF65-F5344CB8AC3E}">
        <p14:creationId xmlns:p14="http://schemas.microsoft.com/office/powerpoint/2010/main" val="936116330"/>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6" name="accent-7">
            <a:extLst xmlns:a="http://schemas.openxmlformats.org/drawingml/2006/main">
              <a:ext uri="{FF2B5EF4-FFF2-40B4-BE49-F238E27FC236}">
                <a16:creationId xmlns:a16="http://schemas.microsoft.com/office/drawing/2014/main" id="{60F68650-B1E2-47E5-9C53-6352DA03405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7">
            <a:extLst xmlns:a="http://schemas.openxmlformats.org/drawingml/2006/main">
              <a:ext uri="{FF2B5EF4-FFF2-40B4-BE49-F238E27FC236}">
                <a16:creationId xmlns:a16="http://schemas.microsoft.com/office/drawing/2014/main" id="{43ED04A4-366E-4A92-BDB9-6A9BE7814551}"/>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4要素③ 条件</a:t>
            </a:r>
          </a:p>
        </p:txBody>
      </p:sp>
      <p:sp>
        <p:nvSpPr>
          <p:cNvPr id="3" name="label-7">
            <a:extLst xmlns:a="http://schemas.openxmlformats.org/drawingml/2006/main">
              <a:ext uri="{FF2B5EF4-FFF2-40B4-BE49-F238E27FC236}">
                <a16:creationId xmlns:a16="http://schemas.microsoft.com/office/drawing/2014/main" id="{812588AE-D7F5-4022-A05E-DEA55D1CC2EA}"/>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7">
            <a:extLst xmlns:a="http://schemas.openxmlformats.org/drawingml/2006/main">
              <a:ext uri="{FF2B5EF4-FFF2-40B4-BE49-F238E27FC236}">
                <a16:creationId xmlns:a16="http://schemas.microsoft.com/office/drawing/2014/main" id="{2F40FA14-46AE-4A45-9A00-A2AE670A834D}"/>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条件と禁止事項を先に書く</a:t>
            </a:r>
          </a:p>
        </p:txBody>
      </p:sp>
      <p:sp>
        <p:nvSpPr>
          <p:cNvPr id="5" name="title-rule-7">
            <a:extLst xmlns:a="http://schemas.openxmlformats.org/drawingml/2006/main">
              <a:ext uri="{FF2B5EF4-FFF2-40B4-BE49-F238E27FC236}">
                <a16:creationId xmlns:a16="http://schemas.microsoft.com/office/drawing/2014/main" id="{3201A691-4F03-46BD-9918-2C1937829530}"/>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7">
            <a:extLst xmlns:a="http://schemas.openxmlformats.org/drawingml/2006/main">
              <a:ext uri="{FF2B5EF4-FFF2-40B4-BE49-F238E27FC236}">
                <a16:creationId xmlns:a16="http://schemas.microsoft.com/office/drawing/2014/main" id="{D40DBBDF-6F2F-420B-BD49-7BB266D936A1}"/>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長さ、語調、使わない情報、推測の扱い、人が確認する地点を明示する。</a:t>
            </a:r>
          </a:p>
        </p:txBody>
      </p:sp>
      <p:sp>
        <p:nvSpPr>
          <p:cNvPr id="7" name="check-focus-7">
            <a:extLst xmlns:a="http://schemas.openxmlformats.org/drawingml/2006/main">
              <a:ext uri="{FF2B5EF4-FFF2-40B4-BE49-F238E27FC236}">
                <a16:creationId xmlns:a16="http://schemas.microsoft.com/office/drawing/2014/main" id="{7BE4F24D-038C-4228-9288-4308495E255A}"/>
              </a:ext>
            </a:extLst>
          </p:cNvPr>
          <p:cNvSpPr>
            <a:spLocks xmlns:a="http://schemas.openxmlformats.org/drawingml/2006/main" noGrp="1"/>
          </p:cNvSpPr>
          <p:nvPr/>
        </p:nvSpPr>
        <p:spPr>
          <a:xfrm xmlns:a="http://schemas.openxmlformats.org/drawingml/2006/main">
            <a:off x="647700" y="2343150"/>
            <a:ext cx="2990850" cy="2628900"/>
          </a:xfrm>
          <a:prstGeom xmlns:a="http://schemas.openxmlformats.org/drawingml/2006/main" prst="roundRect">
            <a:avLst>
              <a:gd name="adj" fmla="val 5797"/>
            </a:avLst>
          </a:prstGeom>
          <a:solidFill xmlns:a="http://schemas.openxmlformats.org/drawingml/2006/main">
            <a:srgbClr val="064E4A"/>
          </a:solidFill>
          <a:ln xmlns:a="http://schemas.openxmlformats.org/drawingml/2006/main" w="0">
            <a:solidFill>
              <a:srgbClr val="064E4A"/>
            </a:solidFill>
            <a:prstDash val="solid"/>
          </a:ln>
        </p:spPr>
      </p:sp>
      <p:sp>
        <p:nvSpPr>
          <p:cNvPr id="8" name="check-focus-kicker-7">
            <a:extLst xmlns:a="http://schemas.openxmlformats.org/drawingml/2006/main">
              <a:ext uri="{FF2B5EF4-FFF2-40B4-BE49-F238E27FC236}">
                <a16:creationId xmlns:a16="http://schemas.microsoft.com/office/drawing/2014/main" id="{CCA1D0AE-EA9D-4730-A5B3-98CE67289FF6}"/>
              </a:ext>
            </a:extLst>
          </p:cNvPr>
          <p:cNvSpPr>
            <a:spLocks xmlns:a="http://schemas.openxmlformats.org/drawingml/2006/main" noGrp="1"/>
          </p:cNvSpPr>
          <p:nvPr/>
        </p:nvSpPr>
        <p:spPr>
          <a:xfrm xmlns:a="http://schemas.openxmlformats.org/drawingml/2006/main">
            <a:off x="895350" y="26289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BDE8E2"/>
                </a:solidFill>
              </a:defRPr>
            </a:pPr>
            <a:r>
              <a:rPr sz="1350" b="1">
                <a:solidFill>
                  <a:srgbClr val="BDE8E2"/>
                </a:solidFill>
              </a:rPr>
              <a:t>CHECK</a:t>
            </a:r>
          </a:p>
        </p:txBody>
      </p:sp>
      <p:sp>
        <p:nvSpPr>
          <p:cNvPr id="9" name="check-focus-text-7">
            <a:extLst xmlns:a="http://schemas.openxmlformats.org/drawingml/2006/main">
              <a:ext uri="{FF2B5EF4-FFF2-40B4-BE49-F238E27FC236}">
                <a16:creationId xmlns:a16="http://schemas.microsoft.com/office/drawing/2014/main" id="{2BA86759-D4A9-4BF8-A259-59827AAF95D3}"/>
              </a:ext>
            </a:extLst>
          </p:cNvPr>
          <p:cNvSpPr>
            <a:spLocks xmlns:a="http://schemas.openxmlformats.org/drawingml/2006/main" noGrp="1"/>
          </p:cNvSpPr>
          <p:nvPr/>
        </p:nvSpPr>
        <p:spPr>
          <a:xfrm xmlns:a="http://schemas.openxmlformats.org/drawingml/2006/main">
            <a:off x="895350" y="3124200"/>
            <a:ext cx="24384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850" b="1">
                <a:solidFill>
                  <a:srgbClr val="FFFFFF"/>
                </a:solidFill>
              </a:defRPr>
            </a:pPr>
            <a:r>
              <a:rPr sz="2850" b="1">
                <a:solidFill>
                  <a:srgbClr val="FFFFFF"/>
                </a:solidFill>
              </a:rPr>
              <a:t>先に境界を書く</a:t>
            </a:r>
          </a:p>
        </p:txBody>
      </p:sp>
      <p:sp>
        <p:nvSpPr>
          <p:cNvPr id="10" name="check-focus-note-7">
            <a:extLst xmlns:a="http://schemas.openxmlformats.org/drawingml/2006/main">
              <a:ext uri="{FF2B5EF4-FFF2-40B4-BE49-F238E27FC236}">
                <a16:creationId xmlns:a16="http://schemas.microsoft.com/office/drawing/2014/main" id="{C528D053-8B68-4E00-B8D0-3F89362FEC54}"/>
              </a:ext>
            </a:extLst>
          </p:cNvPr>
          <p:cNvSpPr>
            <a:spLocks xmlns:a="http://schemas.openxmlformats.org/drawingml/2006/main" noGrp="1"/>
          </p:cNvSpPr>
          <p:nvPr/>
        </p:nvSpPr>
        <p:spPr>
          <a:xfrm xmlns:a="http://schemas.openxmlformats.org/drawingml/2006/main">
            <a:off x="895350" y="4419600"/>
            <a:ext cx="2428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0">
                <a:solidFill>
                  <a:srgbClr val="D4EFEB"/>
                </a:solidFill>
              </a:defRPr>
            </a:pPr>
            <a:r>
              <a:rPr sz="1200" b="0">
                <a:solidFill>
                  <a:srgbClr val="D4EFEB"/>
                </a:solidFill>
              </a:rPr>
              <a:t>表示が整っていても、内容の正しさは別に確認する</a:t>
            </a:r>
          </a:p>
        </p:txBody>
      </p:sp>
      <p:sp>
        <p:nvSpPr>
          <p:cNvPr id="11" name="check-row-7-0">
            <a:extLst xmlns:a="http://schemas.openxmlformats.org/drawingml/2006/main">
              <a:ext uri="{FF2B5EF4-FFF2-40B4-BE49-F238E27FC236}">
                <a16:creationId xmlns:a16="http://schemas.microsoft.com/office/drawing/2014/main" id="{C3CDA3C2-46FC-434B-91A9-8D2EC6ED2C99}"/>
              </a:ext>
            </a:extLst>
          </p:cNvPr>
          <p:cNvSpPr>
            <a:spLocks xmlns:a="http://schemas.openxmlformats.org/drawingml/2006/main" noGrp="1"/>
          </p:cNvSpPr>
          <p:nvPr/>
        </p:nvSpPr>
        <p:spPr>
          <a:xfrm xmlns:a="http://schemas.openxmlformats.org/drawingml/2006/main">
            <a:off x="3962400" y="23431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12" name="check-dot-7-0">
            <a:extLst xmlns:a="http://schemas.openxmlformats.org/drawingml/2006/main">
              <a:ext uri="{FF2B5EF4-FFF2-40B4-BE49-F238E27FC236}">
                <a16:creationId xmlns:a16="http://schemas.microsoft.com/office/drawing/2014/main" id="{4BE9B3E3-8B6C-4766-9416-0B3347089850}"/>
              </a:ext>
            </a:extLst>
          </p:cNvPr>
          <p:cNvSpPr>
            <a:spLocks xmlns:a="http://schemas.openxmlformats.org/drawingml/2006/main" noGrp="1"/>
          </p:cNvSpPr>
          <p:nvPr/>
        </p:nvSpPr>
        <p:spPr>
          <a:xfrm xmlns:a="http://schemas.openxmlformats.org/drawingml/2006/main">
            <a:off x="4114800" y="24479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3" name="check-mark-7-0">
            <a:extLst xmlns:a="http://schemas.openxmlformats.org/drawingml/2006/main">
              <a:ext uri="{FF2B5EF4-FFF2-40B4-BE49-F238E27FC236}">
                <a16:creationId xmlns:a16="http://schemas.microsoft.com/office/drawing/2014/main" id="{705C56F6-7F42-4842-A5F1-4103E87B4035}"/>
              </a:ext>
            </a:extLst>
          </p:cNvPr>
          <p:cNvSpPr>
            <a:spLocks xmlns:a="http://schemas.openxmlformats.org/drawingml/2006/main" noGrp="1"/>
          </p:cNvSpPr>
          <p:nvPr/>
        </p:nvSpPr>
        <p:spPr>
          <a:xfrm xmlns:a="http://schemas.openxmlformats.org/drawingml/2006/main">
            <a:off x="4114800" y="24384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4" name="check-text-7-0">
            <a:extLst xmlns:a="http://schemas.openxmlformats.org/drawingml/2006/main">
              <a:ext uri="{FF2B5EF4-FFF2-40B4-BE49-F238E27FC236}">
                <a16:creationId xmlns:a16="http://schemas.microsoft.com/office/drawing/2014/main" id="{9562A414-286C-4033-870E-82EBDA855723}"/>
              </a:ext>
            </a:extLst>
          </p:cNvPr>
          <p:cNvSpPr>
            <a:spLocks xmlns:a="http://schemas.openxmlformats.org/drawingml/2006/main" noGrp="1"/>
          </p:cNvSpPr>
          <p:nvPr/>
        </p:nvSpPr>
        <p:spPr>
          <a:xfrm xmlns:a="http://schemas.openxmlformats.org/drawingml/2006/main">
            <a:off x="4495800" y="23812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文字数・語調・期限</a:t>
            </a:r>
          </a:p>
        </p:txBody>
      </p:sp>
      <p:sp>
        <p:nvSpPr>
          <p:cNvPr id="15" name="check-row-7-1">
            <a:extLst xmlns:a="http://schemas.openxmlformats.org/drawingml/2006/main">
              <a:ext uri="{FF2B5EF4-FFF2-40B4-BE49-F238E27FC236}">
                <a16:creationId xmlns:a16="http://schemas.microsoft.com/office/drawing/2014/main" id="{DC17D82F-83ED-46D8-916B-642D0E683E39}"/>
              </a:ext>
            </a:extLst>
          </p:cNvPr>
          <p:cNvSpPr>
            <a:spLocks xmlns:a="http://schemas.openxmlformats.org/drawingml/2006/main" noGrp="1"/>
          </p:cNvSpPr>
          <p:nvPr/>
        </p:nvSpPr>
        <p:spPr>
          <a:xfrm xmlns:a="http://schemas.openxmlformats.org/drawingml/2006/main">
            <a:off x="3962400" y="28575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16" name="check-dot-7-1">
            <a:extLst xmlns:a="http://schemas.openxmlformats.org/drawingml/2006/main">
              <a:ext uri="{FF2B5EF4-FFF2-40B4-BE49-F238E27FC236}">
                <a16:creationId xmlns:a16="http://schemas.microsoft.com/office/drawing/2014/main" id="{1A472B81-F84F-4D1F-9CAE-2A2FAA7A3864}"/>
              </a:ext>
            </a:extLst>
          </p:cNvPr>
          <p:cNvSpPr>
            <a:spLocks xmlns:a="http://schemas.openxmlformats.org/drawingml/2006/main" noGrp="1"/>
          </p:cNvSpPr>
          <p:nvPr/>
        </p:nvSpPr>
        <p:spPr>
          <a:xfrm xmlns:a="http://schemas.openxmlformats.org/drawingml/2006/main">
            <a:off x="4114800" y="29622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7" name="check-mark-7-1">
            <a:extLst xmlns:a="http://schemas.openxmlformats.org/drawingml/2006/main">
              <a:ext uri="{FF2B5EF4-FFF2-40B4-BE49-F238E27FC236}">
                <a16:creationId xmlns:a16="http://schemas.microsoft.com/office/drawing/2014/main" id="{CDA8B65C-12DE-4C25-B4B6-F3B704109B80}"/>
              </a:ext>
            </a:extLst>
          </p:cNvPr>
          <p:cNvSpPr>
            <a:spLocks xmlns:a="http://schemas.openxmlformats.org/drawingml/2006/main" noGrp="1"/>
          </p:cNvSpPr>
          <p:nvPr/>
        </p:nvSpPr>
        <p:spPr>
          <a:xfrm xmlns:a="http://schemas.openxmlformats.org/drawingml/2006/main">
            <a:off x="4114800" y="29527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8" name="check-text-7-1">
            <a:extLst xmlns:a="http://schemas.openxmlformats.org/drawingml/2006/main">
              <a:ext uri="{FF2B5EF4-FFF2-40B4-BE49-F238E27FC236}">
                <a16:creationId xmlns:a16="http://schemas.microsoft.com/office/drawing/2014/main" id="{FA11BBC6-D4F2-4E97-B765-DBB7320EEF47}"/>
              </a:ext>
            </a:extLst>
          </p:cNvPr>
          <p:cNvSpPr>
            <a:spLocks xmlns:a="http://schemas.openxmlformats.org/drawingml/2006/main" noGrp="1"/>
          </p:cNvSpPr>
          <p:nvPr/>
        </p:nvSpPr>
        <p:spPr>
          <a:xfrm xmlns:a="http://schemas.openxmlformats.org/drawingml/2006/main">
            <a:off x="4495800" y="28956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含める項目と除外する項目</a:t>
            </a:r>
          </a:p>
        </p:txBody>
      </p:sp>
      <p:sp>
        <p:nvSpPr>
          <p:cNvPr id="19" name="check-row-7-2">
            <a:extLst xmlns:a="http://schemas.openxmlformats.org/drawingml/2006/main">
              <a:ext uri="{FF2B5EF4-FFF2-40B4-BE49-F238E27FC236}">
                <a16:creationId xmlns:a16="http://schemas.microsoft.com/office/drawing/2014/main" id="{ECCF88DD-1B77-4AED-96D0-2FE88727B01E}"/>
              </a:ext>
            </a:extLst>
          </p:cNvPr>
          <p:cNvSpPr>
            <a:spLocks xmlns:a="http://schemas.openxmlformats.org/drawingml/2006/main" noGrp="1"/>
          </p:cNvSpPr>
          <p:nvPr/>
        </p:nvSpPr>
        <p:spPr>
          <a:xfrm xmlns:a="http://schemas.openxmlformats.org/drawingml/2006/main">
            <a:off x="3962400" y="33718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0" name="check-dot-7-2">
            <a:extLst xmlns:a="http://schemas.openxmlformats.org/drawingml/2006/main">
              <a:ext uri="{FF2B5EF4-FFF2-40B4-BE49-F238E27FC236}">
                <a16:creationId xmlns:a16="http://schemas.microsoft.com/office/drawing/2014/main" id="{B86F8839-73D0-4505-B971-4B0FA1770BF3}"/>
              </a:ext>
            </a:extLst>
          </p:cNvPr>
          <p:cNvSpPr>
            <a:spLocks xmlns:a="http://schemas.openxmlformats.org/drawingml/2006/main" noGrp="1"/>
          </p:cNvSpPr>
          <p:nvPr/>
        </p:nvSpPr>
        <p:spPr>
          <a:xfrm xmlns:a="http://schemas.openxmlformats.org/drawingml/2006/main">
            <a:off x="4114800" y="34766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1" name="check-mark-7-2">
            <a:extLst xmlns:a="http://schemas.openxmlformats.org/drawingml/2006/main">
              <a:ext uri="{FF2B5EF4-FFF2-40B4-BE49-F238E27FC236}">
                <a16:creationId xmlns:a16="http://schemas.microsoft.com/office/drawing/2014/main" id="{72188CA8-661C-4392-8613-D9F9664BFF97}"/>
              </a:ext>
            </a:extLst>
          </p:cNvPr>
          <p:cNvSpPr>
            <a:spLocks xmlns:a="http://schemas.openxmlformats.org/drawingml/2006/main" noGrp="1"/>
          </p:cNvSpPr>
          <p:nvPr/>
        </p:nvSpPr>
        <p:spPr>
          <a:xfrm xmlns:a="http://schemas.openxmlformats.org/drawingml/2006/main">
            <a:off x="4114800" y="34671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2" name="check-text-7-2">
            <a:extLst xmlns:a="http://schemas.openxmlformats.org/drawingml/2006/main">
              <a:ext uri="{FF2B5EF4-FFF2-40B4-BE49-F238E27FC236}">
                <a16:creationId xmlns:a16="http://schemas.microsoft.com/office/drawing/2014/main" id="{BB2316AC-C2EB-4CEF-94F2-50557AFF8F4A}"/>
              </a:ext>
            </a:extLst>
          </p:cNvPr>
          <p:cNvSpPr>
            <a:spLocks xmlns:a="http://schemas.openxmlformats.org/drawingml/2006/main" noGrp="1"/>
          </p:cNvSpPr>
          <p:nvPr/>
        </p:nvSpPr>
        <p:spPr>
          <a:xfrm xmlns:a="http://schemas.openxmlformats.org/drawingml/2006/main">
            <a:off x="4495800" y="34099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事実と仮定を分ける</a:t>
            </a:r>
          </a:p>
        </p:txBody>
      </p:sp>
      <p:sp>
        <p:nvSpPr>
          <p:cNvPr id="23" name="check-row-7-3">
            <a:extLst xmlns:a="http://schemas.openxmlformats.org/drawingml/2006/main">
              <a:ext uri="{FF2B5EF4-FFF2-40B4-BE49-F238E27FC236}">
                <a16:creationId xmlns:a16="http://schemas.microsoft.com/office/drawing/2014/main" id="{FDB48966-48DD-46D4-A03A-6CF4C48930A1}"/>
              </a:ext>
            </a:extLst>
          </p:cNvPr>
          <p:cNvSpPr>
            <a:spLocks xmlns:a="http://schemas.openxmlformats.org/drawingml/2006/main" noGrp="1"/>
          </p:cNvSpPr>
          <p:nvPr/>
        </p:nvSpPr>
        <p:spPr>
          <a:xfrm xmlns:a="http://schemas.openxmlformats.org/drawingml/2006/main">
            <a:off x="3962400" y="38862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24" name="check-dot-7-3">
            <a:extLst xmlns:a="http://schemas.openxmlformats.org/drawingml/2006/main">
              <a:ext uri="{FF2B5EF4-FFF2-40B4-BE49-F238E27FC236}">
                <a16:creationId xmlns:a16="http://schemas.microsoft.com/office/drawing/2014/main" id="{5393FC3E-C6C8-47A5-94CB-E275672CEBEE}"/>
              </a:ext>
            </a:extLst>
          </p:cNvPr>
          <p:cNvSpPr>
            <a:spLocks xmlns:a="http://schemas.openxmlformats.org/drawingml/2006/main" noGrp="1"/>
          </p:cNvSpPr>
          <p:nvPr/>
        </p:nvSpPr>
        <p:spPr>
          <a:xfrm xmlns:a="http://schemas.openxmlformats.org/drawingml/2006/main">
            <a:off x="4114800" y="39909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5" name="check-mark-7-3">
            <a:extLst xmlns:a="http://schemas.openxmlformats.org/drawingml/2006/main">
              <a:ext uri="{FF2B5EF4-FFF2-40B4-BE49-F238E27FC236}">
                <a16:creationId xmlns:a16="http://schemas.microsoft.com/office/drawing/2014/main" id="{7EEF0593-6CE5-4F85-A512-D62E1558AB9D}"/>
              </a:ext>
            </a:extLst>
          </p:cNvPr>
          <p:cNvSpPr>
            <a:spLocks xmlns:a="http://schemas.openxmlformats.org/drawingml/2006/main" noGrp="1"/>
          </p:cNvSpPr>
          <p:nvPr/>
        </p:nvSpPr>
        <p:spPr>
          <a:xfrm xmlns:a="http://schemas.openxmlformats.org/drawingml/2006/main">
            <a:off x="4114800" y="39814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6" name="check-text-7-3">
            <a:extLst xmlns:a="http://schemas.openxmlformats.org/drawingml/2006/main">
              <a:ext uri="{FF2B5EF4-FFF2-40B4-BE49-F238E27FC236}">
                <a16:creationId xmlns:a16="http://schemas.microsoft.com/office/drawing/2014/main" id="{A020163E-C014-44CE-9BF4-A31A86DA8E43}"/>
              </a:ext>
            </a:extLst>
          </p:cNvPr>
          <p:cNvSpPr>
            <a:spLocks xmlns:a="http://schemas.openxmlformats.org/drawingml/2006/main" noGrp="1"/>
          </p:cNvSpPr>
          <p:nvPr/>
        </p:nvSpPr>
        <p:spPr>
          <a:xfrm xmlns:a="http://schemas.openxmlformats.org/drawingml/2006/main">
            <a:off x="4495800" y="39243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不明点は未確認と表示</a:t>
            </a:r>
          </a:p>
        </p:txBody>
      </p:sp>
      <p:sp>
        <p:nvSpPr>
          <p:cNvPr id="27" name="check-row-7-4">
            <a:extLst xmlns:a="http://schemas.openxmlformats.org/drawingml/2006/main">
              <a:ext uri="{FF2B5EF4-FFF2-40B4-BE49-F238E27FC236}">
                <a16:creationId xmlns:a16="http://schemas.microsoft.com/office/drawing/2014/main" id="{76140A6C-CC8B-413E-8406-08BAC5AD0D3E}"/>
              </a:ext>
            </a:extLst>
          </p:cNvPr>
          <p:cNvSpPr>
            <a:spLocks xmlns:a="http://schemas.openxmlformats.org/drawingml/2006/main" noGrp="1"/>
          </p:cNvSpPr>
          <p:nvPr/>
        </p:nvSpPr>
        <p:spPr>
          <a:xfrm xmlns:a="http://schemas.openxmlformats.org/drawingml/2006/main">
            <a:off x="3962400" y="44005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8" name="check-dot-7-4">
            <a:extLst xmlns:a="http://schemas.openxmlformats.org/drawingml/2006/main">
              <a:ext uri="{FF2B5EF4-FFF2-40B4-BE49-F238E27FC236}">
                <a16:creationId xmlns:a16="http://schemas.microsoft.com/office/drawing/2014/main" id="{707AB80A-D552-4575-A28D-7B2317371BD8}"/>
              </a:ext>
            </a:extLst>
          </p:cNvPr>
          <p:cNvSpPr>
            <a:spLocks xmlns:a="http://schemas.openxmlformats.org/drawingml/2006/main" noGrp="1"/>
          </p:cNvSpPr>
          <p:nvPr/>
        </p:nvSpPr>
        <p:spPr>
          <a:xfrm xmlns:a="http://schemas.openxmlformats.org/drawingml/2006/main">
            <a:off x="4114800" y="45053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9" name="check-mark-7-4">
            <a:extLst xmlns:a="http://schemas.openxmlformats.org/drawingml/2006/main">
              <a:ext uri="{FF2B5EF4-FFF2-40B4-BE49-F238E27FC236}">
                <a16:creationId xmlns:a16="http://schemas.microsoft.com/office/drawing/2014/main" id="{F9CBCBF6-CC4F-4D1B-9226-AF2C89CBA2AE}"/>
              </a:ext>
            </a:extLst>
          </p:cNvPr>
          <p:cNvSpPr>
            <a:spLocks xmlns:a="http://schemas.openxmlformats.org/drawingml/2006/main" noGrp="1"/>
          </p:cNvSpPr>
          <p:nvPr/>
        </p:nvSpPr>
        <p:spPr>
          <a:xfrm xmlns:a="http://schemas.openxmlformats.org/drawingml/2006/main">
            <a:off x="4114800" y="44958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30" name="check-text-7-4">
            <a:extLst xmlns:a="http://schemas.openxmlformats.org/drawingml/2006/main">
              <a:ext uri="{FF2B5EF4-FFF2-40B4-BE49-F238E27FC236}">
                <a16:creationId xmlns:a16="http://schemas.microsoft.com/office/drawing/2014/main" id="{BD63AE47-31B5-4C00-AB34-4410EE962BC7}"/>
              </a:ext>
            </a:extLst>
          </p:cNvPr>
          <p:cNvSpPr>
            <a:spLocks xmlns:a="http://schemas.openxmlformats.org/drawingml/2006/main" noGrp="1"/>
          </p:cNvSpPr>
          <p:nvPr/>
        </p:nvSpPr>
        <p:spPr>
          <a:xfrm xmlns:a="http://schemas.openxmlformats.org/drawingml/2006/main">
            <a:off x="4495800" y="44386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172B3A"/>
                </a:solidFill>
              </a:defRPr>
            </a:pPr>
            <a:r>
              <a:rPr sz="1575" b="1">
                <a:solidFill>
                  <a:srgbClr val="172B3A"/>
                </a:solidFill>
              </a:rPr>
              <a:t>送信・公開前に人が確認</a:t>
            </a:r>
          </a:p>
        </p:txBody>
      </p:sp>
      <p:sp>
        <p:nvSpPr>
          <p:cNvPr id="31" name="body-callout-7">
            <a:extLst xmlns:a="http://schemas.openxmlformats.org/drawingml/2006/main">
              <a:ext uri="{FF2B5EF4-FFF2-40B4-BE49-F238E27FC236}">
                <a16:creationId xmlns:a16="http://schemas.microsoft.com/office/drawing/2014/main" id="{47708FDB-8632-4EF3-9511-3EE32F400C01}"/>
              </a:ext>
            </a:extLst>
          </p:cNvPr>
          <p:cNvSpPr>
            <a:spLocks xmlns:a="http://schemas.openxmlformats.org/drawingml/2006/main" noGrp="1"/>
          </p:cNvSpPr>
          <p:nvPr/>
        </p:nvSpPr>
        <p:spPr>
          <a:xfrm xmlns:a="http://schemas.openxmlformats.org/drawingml/2006/main">
            <a:off x="647700" y="525780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2" name="body-text-7">
            <a:extLst xmlns:a="http://schemas.openxmlformats.org/drawingml/2006/main">
              <a:ext uri="{FF2B5EF4-FFF2-40B4-BE49-F238E27FC236}">
                <a16:creationId xmlns:a16="http://schemas.microsoft.com/office/drawing/2014/main" id="{7B489008-5233-4F84-9417-35ADCA2DE756}"/>
              </a:ext>
            </a:extLst>
          </p:cNvPr>
          <p:cNvSpPr>
            <a:spLocks xmlns:a="http://schemas.openxmlformats.org/drawingml/2006/main" noGrp="1"/>
          </p:cNvSpPr>
          <p:nvPr/>
        </p:nvSpPr>
        <p:spPr>
          <a:xfrm xmlns:a="http://schemas.openxmlformats.org/drawingml/2006/main">
            <a:off x="819150" y="530542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不明な点は作らず『未確認』と表示させる</a:t>
            </a:r>
          </a:p>
        </p:txBody>
      </p:sp>
      <p:sp>
        <p:nvSpPr>
          <p:cNvPr id="33" name="footer-rule-7">
            <a:extLst xmlns:a="http://schemas.openxmlformats.org/drawingml/2006/main">
              <a:ext uri="{FF2B5EF4-FFF2-40B4-BE49-F238E27FC236}">
                <a16:creationId xmlns:a16="http://schemas.microsoft.com/office/drawing/2014/main" id="{DB0F06FF-971C-43C9-9415-96D2B5BDE063}"/>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4" name="footer-source-7">
            <a:extLst xmlns:a="http://schemas.openxmlformats.org/drawingml/2006/main">
              <a:ext uri="{FF2B5EF4-FFF2-40B4-BE49-F238E27FC236}">
                <a16:creationId xmlns:a16="http://schemas.microsoft.com/office/drawing/2014/main" id="{9901A077-267F-4374-991D-B20A6F71F696}"/>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5" name="footer-no-7">
            <a:extLst xmlns:a="http://schemas.openxmlformats.org/drawingml/2006/main">
              <a:ext uri="{FF2B5EF4-FFF2-40B4-BE49-F238E27FC236}">
                <a16:creationId xmlns:a16="http://schemas.microsoft.com/office/drawing/2014/main" id="{8C9CA21F-C27A-474A-963A-5C1ACDC9C955}"/>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07 / 20</a:t>
            </a:r>
          </a:p>
        </p:txBody>
      </p:sp>
    </p:spTree>
    <p:extLst>
      <p:ext uri="{BB962C8B-B14F-4D97-AF65-F5344CB8AC3E}">
        <p14:creationId xmlns:p14="http://schemas.microsoft.com/office/powerpoint/2010/main" val="1773816853"/>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8">
            <a:extLst xmlns:a="http://schemas.openxmlformats.org/drawingml/2006/main">
              <a:ext uri="{FF2B5EF4-FFF2-40B4-BE49-F238E27FC236}">
                <a16:creationId xmlns:a16="http://schemas.microsoft.com/office/drawing/2014/main" id="{844BBFEF-49E6-403C-A833-49D2EFA04B1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8">
            <a:extLst xmlns:a="http://schemas.openxmlformats.org/drawingml/2006/main">
              <a:ext uri="{FF2B5EF4-FFF2-40B4-BE49-F238E27FC236}">
                <a16:creationId xmlns:a16="http://schemas.microsoft.com/office/drawing/2014/main" id="{9CF84B6C-8901-443A-B859-1F4FD2261F2F}"/>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4要素④ 出力形式</a:t>
            </a:r>
          </a:p>
        </p:txBody>
      </p:sp>
      <p:sp>
        <p:nvSpPr>
          <p:cNvPr id="3" name="label-8">
            <a:extLst xmlns:a="http://schemas.openxmlformats.org/drawingml/2006/main">
              <a:ext uri="{FF2B5EF4-FFF2-40B4-BE49-F238E27FC236}">
                <a16:creationId xmlns:a16="http://schemas.microsoft.com/office/drawing/2014/main" id="{A624D958-4580-48F8-A1E1-D3290E6D7FC9}"/>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8">
            <a:extLst xmlns:a="http://schemas.openxmlformats.org/drawingml/2006/main">
              <a:ext uri="{FF2B5EF4-FFF2-40B4-BE49-F238E27FC236}">
                <a16:creationId xmlns:a16="http://schemas.microsoft.com/office/drawing/2014/main" id="{C2FC9FA4-85E7-4CF4-BE65-7BC4FD2EB41A}"/>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出力形式を指定すると確認しやすい</a:t>
            </a:r>
          </a:p>
        </p:txBody>
      </p:sp>
      <p:sp>
        <p:nvSpPr>
          <p:cNvPr id="5" name="title-rule-8">
            <a:extLst xmlns:a="http://schemas.openxmlformats.org/drawingml/2006/main">
              <a:ext uri="{FF2B5EF4-FFF2-40B4-BE49-F238E27FC236}">
                <a16:creationId xmlns:a16="http://schemas.microsoft.com/office/drawing/2014/main" id="{C7819A7E-B543-4DE1-AB36-D02BF3212D05}"/>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8">
            <a:extLst xmlns:a="http://schemas.openxmlformats.org/drawingml/2006/main">
              <a:ext uri="{FF2B5EF4-FFF2-40B4-BE49-F238E27FC236}">
                <a16:creationId xmlns:a16="http://schemas.microsoft.com/office/drawing/2014/main" id="{C8AF6C15-53A7-4232-8A09-E36AF7E0D1D6}"/>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表、箇条書き、見出し、文字数、根拠欄を指定し、人が比較・確認できる形にする。</a:t>
            </a:r>
          </a:p>
        </p:txBody>
      </p:sp>
      <p:sp>
        <p:nvSpPr>
          <p:cNvPr id="7" name="step-arrow-8-0">
            <a:extLst xmlns:a="http://schemas.openxmlformats.org/drawingml/2006/main">
              <a:ext uri="{FF2B5EF4-FFF2-40B4-BE49-F238E27FC236}">
                <a16:creationId xmlns:a16="http://schemas.microsoft.com/office/drawing/2014/main" id="{D7363D46-7284-4618-AC0C-340F6EB16921}"/>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8-1">
            <a:extLst xmlns:a="http://schemas.openxmlformats.org/drawingml/2006/main">
              <a:ext uri="{FF2B5EF4-FFF2-40B4-BE49-F238E27FC236}">
                <a16:creationId xmlns:a16="http://schemas.microsoft.com/office/drawing/2014/main" id="{F7FD3079-CD54-4495-9E0E-7CC206D3209C}"/>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8-2">
            <a:extLst xmlns:a="http://schemas.openxmlformats.org/drawingml/2006/main">
              <a:ext uri="{FF2B5EF4-FFF2-40B4-BE49-F238E27FC236}">
                <a16:creationId xmlns:a16="http://schemas.microsoft.com/office/drawing/2014/main" id="{7DCC8B3C-DAD0-4C1C-AAD8-FA77E5A092CC}"/>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8-0">
            <a:extLst xmlns:a="http://schemas.openxmlformats.org/drawingml/2006/main">
              <a:ext uri="{FF2B5EF4-FFF2-40B4-BE49-F238E27FC236}">
                <a16:creationId xmlns:a16="http://schemas.microsoft.com/office/drawing/2014/main" id="{173D97EE-8FD3-46B1-99C1-7BEF37381132}"/>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8-0">
            <a:extLst xmlns:a="http://schemas.openxmlformats.org/drawingml/2006/main">
              <a:ext uri="{FF2B5EF4-FFF2-40B4-BE49-F238E27FC236}">
                <a16:creationId xmlns:a16="http://schemas.microsoft.com/office/drawing/2014/main" id="{1763089B-EF44-43AA-8030-A7983B721A11}"/>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8-0">
            <a:extLst xmlns:a="http://schemas.openxmlformats.org/drawingml/2006/main">
              <a:ext uri="{FF2B5EF4-FFF2-40B4-BE49-F238E27FC236}">
                <a16:creationId xmlns:a16="http://schemas.microsoft.com/office/drawing/2014/main" id="{6C529E18-609D-4A8D-9ECA-E6946EACB3D9}"/>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8-0">
            <a:extLst xmlns:a="http://schemas.openxmlformats.org/drawingml/2006/main">
              <a:ext uri="{FF2B5EF4-FFF2-40B4-BE49-F238E27FC236}">
                <a16:creationId xmlns:a16="http://schemas.microsoft.com/office/drawing/2014/main" id="{E6D7D86B-8368-499C-9634-AF2A33BC58D7}"/>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本文</a:t>
            </a:r>
          </a:p>
        </p:txBody>
      </p:sp>
      <p:sp>
        <p:nvSpPr>
          <p:cNvPr id="14" name="step-rule-8-0">
            <a:extLst xmlns:a="http://schemas.openxmlformats.org/drawingml/2006/main">
              <a:ext uri="{FF2B5EF4-FFF2-40B4-BE49-F238E27FC236}">
                <a16:creationId xmlns:a16="http://schemas.microsoft.com/office/drawing/2014/main" id="{41D45CF4-3FFA-419D-8CE5-D607A953C7AC}"/>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8-0">
            <a:extLst xmlns:a="http://schemas.openxmlformats.org/drawingml/2006/main">
              <a:ext uri="{FF2B5EF4-FFF2-40B4-BE49-F238E27FC236}">
                <a16:creationId xmlns:a16="http://schemas.microsoft.com/office/drawing/2014/main" id="{D32E5C06-B788-4EF3-AC17-9C4BFAC668E4}"/>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指定した長さと構成</a:t>
            </a:r>
          </a:p>
        </p:txBody>
      </p:sp>
      <p:sp>
        <p:nvSpPr>
          <p:cNvPr id="16" name="step-card-8-1">
            <a:extLst xmlns:a="http://schemas.openxmlformats.org/drawingml/2006/main">
              <a:ext uri="{FF2B5EF4-FFF2-40B4-BE49-F238E27FC236}">
                <a16:creationId xmlns:a16="http://schemas.microsoft.com/office/drawing/2014/main" id="{9C005AE4-1C32-4BAC-8F1B-7F6D3F18EC64}"/>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8-1">
            <a:extLst xmlns:a="http://schemas.openxmlformats.org/drawingml/2006/main">
              <a:ext uri="{FF2B5EF4-FFF2-40B4-BE49-F238E27FC236}">
                <a16:creationId xmlns:a16="http://schemas.microsoft.com/office/drawing/2014/main" id="{942C3526-E475-4CCC-A26A-F5D77B6145DA}"/>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8-1">
            <a:extLst xmlns:a="http://schemas.openxmlformats.org/drawingml/2006/main">
              <a:ext uri="{FF2B5EF4-FFF2-40B4-BE49-F238E27FC236}">
                <a16:creationId xmlns:a16="http://schemas.microsoft.com/office/drawing/2014/main" id="{036EF49C-D42D-4D1A-AE04-5AF2D6511212}"/>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8-1">
            <a:extLst xmlns:a="http://schemas.openxmlformats.org/drawingml/2006/main">
              <a:ext uri="{FF2B5EF4-FFF2-40B4-BE49-F238E27FC236}">
                <a16:creationId xmlns:a16="http://schemas.microsoft.com/office/drawing/2014/main" id="{5D4594DC-17DE-43CB-89A1-272B8DE5A856}"/>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根拠</a:t>
            </a:r>
          </a:p>
        </p:txBody>
      </p:sp>
      <p:sp>
        <p:nvSpPr>
          <p:cNvPr id="20" name="step-rule-8-1">
            <a:extLst xmlns:a="http://schemas.openxmlformats.org/drawingml/2006/main">
              <a:ext uri="{FF2B5EF4-FFF2-40B4-BE49-F238E27FC236}">
                <a16:creationId xmlns:a16="http://schemas.microsoft.com/office/drawing/2014/main" id="{29E92FBB-1DA1-4B9E-B4D3-99A704832979}"/>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8-1">
            <a:extLst xmlns:a="http://schemas.openxmlformats.org/drawingml/2006/main">
              <a:ext uri="{FF2B5EF4-FFF2-40B4-BE49-F238E27FC236}">
                <a16:creationId xmlns:a16="http://schemas.microsoft.com/office/drawing/2014/main" id="{AF104AF1-C146-401C-91B6-8D8CF534C99B}"/>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主張ごとの原資料候補</a:t>
            </a:r>
          </a:p>
        </p:txBody>
      </p:sp>
      <p:sp>
        <p:nvSpPr>
          <p:cNvPr id="22" name="step-card-8-2">
            <a:extLst xmlns:a="http://schemas.openxmlformats.org/drawingml/2006/main">
              <a:ext uri="{FF2B5EF4-FFF2-40B4-BE49-F238E27FC236}">
                <a16:creationId xmlns:a16="http://schemas.microsoft.com/office/drawing/2014/main" id="{5197FCD7-85EB-4F07-B75A-C217777D5B53}"/>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8-2">
            <a:extLst xmlns:a="http://schemas.openxmlformats.org/drawingml/2006/main">
              <a:ext uri="{FF2B5EF4-FFF2-40B4-BE49-F238E27FC236}">
                <a16:creationId xmlns:a16="http://schemas.microsoft.com/office/drawing/2014/main" id="{F0D93A12-6070-4057-ABB9-5EF740CB5943}"/>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8-2">
            <a:extLst xmlns:a="http://schemas.openxmlformats.org/drawingml/2006/main">
              <a:ext uri="{FF2B5EF4-FFF2-40B4-BE49-F238E27FC236}">
                <a16:creationId xmlns:a16="http://schemas.microsoft.com/office/drawing/2014/main" id="{067AE885-53BE-4C32-98A4-895A5C3F1599}"/>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8-2">
            <a:extLst xmlns:a="http://schemas.openxmlformats.org/drawingml/2006/main">
              <a:ext uri="{FF2B5EF4-FFF2-40B4-BE49-F238E27FC236}">
                <a16:creationId xmlns:a16="http://schemas.microsoft.com/office/drawing/2014/main" id="{F135871A-D80B-4947-9CE1-F1E3A59A3E51}"/>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未確認</a:t>
            </a:r>
          </a:p>
        </p:txBody>
      </p:sp>
      <p:sp>
        <p:nvSpPr>
          <p:cNvPr id="26" name="step-rule-8-2">
            <a:extLst xmlns:a="http://schemas.openxmlformats.org/drawingml/2006/main">
              <a:ext uri="{FF2B5EF4-FFF2-40B4-BE49-F238E27FC236}">
                <a16:creationId xmlns:a16="http://schemas.microsoft.com/office/drawing/2014/main" id="{BC61628D-9940-40EC-A3E5-FBE942E02F69}"/>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8-2">
            <a:extLst xmlns:a="http://schemas.openxmlformats.org/drawingml/2006/main">
              <a:ext uri="{FF2B5EF4-FFF2-40B4-BE49-F238E27FC236}">
                <a16:creationId xmlns:a16="http://schemas.microsoft.com/office/drawing/2014/main" id="{FC006C3D-C4E2-4485-AD04-9978860F24C4}"/>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不足情報と仮定</a:t>
            </a:r>
          </a:p>
        </p:txBody>
      </p:sp>
      <p:sp>
        <p:nvSpPr>
          <p:cNvPr id="28" name="step-card-8-3">
            <a:extLst xmlns:a="http://schemas.openxmlformats.org/drawingml/2006/main">
              <a:ext uri="{FF2B5EF4-FFF2-40B4-BE49-F238E27FC236}">
                <a16:creationId xmlns:a16="http://schemas.microsoft.com/office/drawing/2014/main" id="{5A6B2C15-7F31-463F-B93A-0417C436D331}"/>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8-3">
            <a:extLst xmlns:a="http://schemas.openxmlformats.org/drawingml/2006/main">
              <a:ext uri="{FF2B5EF4-FFF2-40B4-BE49-F238E27FC236}">
                <a16:creationId xmlns:a16="http://schemas.microsoft.com/office/drawing/2014/main" id="{FF3560F9-A722-4D1A-8C07-B9E3AD9EA83E}"/>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8-3">
            <a:extLst xmlns:a="http://schemas.openxmlformats.org/drawingml/2006/main">
              <a:ext uri="{FF2B5EF4-FFF2-40B4-BE49-F238E27FC236}">
                <a16:creationId xmlns:a16="http://schemas.microsoft.com/office/drawing/2014/main" id="{C14A5F0F-438A-481C-99CC-698D14E39408}"/>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8-3">
            <a:extLst xmlns:a="http://schemas.openxmlformats.org/drawingml/2006/main">
              <a:ext uri="{FF2B5EF4-FFF2-40B4-BE49-F238E27FC236}">
                <a16:creationId xmlns:a16="http://schemas.microsoft.com/office/drawing/2014/main" id="{0932E055-BA47-4A06-9785-E587E6A928FA}"/>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人の確認点</a:t>
            </a:r>
          </a:p>
        </p:txBody>
      </p:sp>
      <p:sp>
        <p:nvSpPr>
          <p:cNvPr id="32" name="step-rule-8-3">
            <a:extLst xmlns:a="http://schemas.openxmlformats.org/drawingml/2006/main">
              <a:ext uri="{FF2B5EF4-FFF2-40B4-BE49-F238E27FC236}">
                <a16:creationId xmlns:a16="http://schemas.microsoft.com/office/drawing/2014/main" id="{2CCCAC94-3E97-4F18-AABB-6F3F1D14321D}"/>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8-3">
            <a:extLst xmlns:a="http://schemas.openxmlformats.org/drawingml/2006/main">
              <a:ext uri="{FF2B5EF4-FFF2-40B4-BE49-F238E27FC236}">
                <a16:creationId xmlns:a16="http://schemas.microsoft.com/office/drawing/2014/main" id="{8F91658F-0258-4A24-B107-CD797D5FC2E5}"/>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送信・公開前に見る箇所</a:t>
            </a:r>
          </a:p>
        </p:txBody>
      </p:sp>
      <p:sp>
        <p:nvSpPr>
          <p:cNvPr id="34" name="body-callout-8">
            <a:extLst xmlns:a="http://schemas.openxmlformats.org/drawingml/2006/main">
              <a:ext uri="{FF2B5EF4-FFF2-40B4-BE49-F238E27FC236}">
                <a16:creationId xmlns:a16="http://schemas.microsoft.com/office/drawing/2014/main" id="{CEF14F66-1E39-4969-8724-CD34B520A5B4}"/>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8">
            <a:extLst xmlns:a="http://schemas.openxmlformats.org/drawingml/2006/main">
              <a:ext uri="{FF2B5EF4-FFF2-40B4-BE49-F238E27FC236}">
                <a16:creationId xmlns:a16="http://schemas.microsoft.com/office/drawing/2014/main" id="{BD1E76A1-AFBC-43B0-BD25-771069A9879E}"/>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最終文だけでなく、根拠・未確認事項・確認点も出力させる</a:t>
            </a:r>
          </a:p>
        </p:txBody>
      </p:sp>
      <p:sp>
        <p:nvSpPr>
          <p:cNvPr id="36" name="footer-rule-8">
            <a:extLst xmlns:a="http://schemas.openxmlformats.org/drawingml/2006/main">
              <a:ext uri="{FF2B5EF4-FFF2-40B4-BE49-F238E27FC236}">
                <a16:creationId xmlns:a16="http://schemas.microsoft.com/office/drawing/2014/main" id="{975E4B94-7132-4B31-A3C2-24FD34306A9C}"/>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8">
            <a:extLst xmlns:a="http://schemas.openxmlformats.org/drawingml/2006/main">
              <a:ext uri="{FF2B5EF4-FFF2-40B4-BE49-F238E27FC236}">
                <a16:creationId xmlns:a16="http://schemas.microsoft.com/office/drawing/2014/main" id="{85D4838A-574D-4FAA-9A99-5ECBF2271F76}"/>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8" name="footer-no-8">
            <a:extLst xmlns:a="http://schemas.openxmlformats.org/drawingml/2006/main">
              <a:ext uri="{FF2B5EF4-FFF2-40B4-BE49-F238E27FC236}">
                <a16:creationId xmlns:a16="http://schemas.microsoft.com/office/drawing/2014/main" id="{E72D6C5E-46CC-47F9-A54C-5711F1A67DB0}"/>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08 / 20</a:t>
            </a:r>
          </a:p>
        </p:txBody>
      </p:sp>
    </p:spTree>
    <p:extLst>
      <p:ext uri="{BB962C8B-B14F-4D97-AF65-F5344CB8AC3E}">
        <p14:creationId xmlns:p14="http://schemas.microsoft.com/office/powerpoint/2010/main" val="1904793951"/>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9">
            <a:extLst xmlns:a="http://schemas.openxmlformats.org/drawingml/2006/main">
              <a:ext uri="{FF2B5EF4-FFF2-40B4-BE49-F238E27FC236}">
                <a16:creationId xmlns:a16="http://schemas.microsoft.com/office/drawing/2014/main" id="{E3C9568E-C9AD-491C-92B5-E6EA464F68A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9">
            <a:extLst xmlns:a="http://schemas.openxmlformats.org/drawingml/2006/main">
              <a:ext uri="{FF2B5EF4-FFF2-40B4-BE49-F238E27FC236}">
                <a16:creationId xmlns:a16="http://schemas.microsoft.com/office/drawing/2014/main" id="{0D7C8AF0-FAA1-4005-848F-380E97C929EC}"/>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対話で改善</a:t>
            </a:r>
          </a:p>
        </p:txBody>
      </p:sp>
      <p:sp>
        <p:nvSpPr>
          <p:cNvPr id="3" name="label-9">
            <a:extLst xmlns:a="http://schemas.openxmlformats.org/drawingml/2006/main">
              <a:ext uri="{FF2B5EF4-FFF2-40B4-BE49-F238E27FC236}">
                <a16:creationId xmlns:a16="http://schemas.microsoft.com/office/drawing/2014/main" id="{1E2F4BFC-E50B-476C-B6E6-C7AC16DEAC6A}"/>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9">
            <a:extLst xmlns:a="http://schemas.openxmlformats.org/drawingml/2006/main">
              <a:ext uri="{FF2B5EF4-FFF2-40B4-BE49-F238E27FC236}">
                <a16:creationId xmlns:a16="http://schemas.microsoft.com/office/drawing/2014/main" id="{6058C7D9-9D53-4C66-8DEC-F7B21B861A55}"/>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一度で完成させず、対象を絞って直す</a:t>
            </a:r>
          </a:p>
        </p:txBody>
      </p:sp>
      <p:sp>
        <p:nvSpPr>
          <p:cNvPr id="5" name="title-rule-9">
            <a:extLst xmlns:a="http://schemas.openxmlformats.org/drawingml/2006/main">
              <a:ext uri="{FF2B5EF4-FFF2-40B4-BE49-F238E27FC236}">
                <a16:creationId xmlns:a16="http://schemas.microsoft.com/office/drawing/2014/main" id="{E6A99E0C-8409-4467-AA8E-96A5D359B8B9}"/>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9">
            <a:extLst xmlns:a="http://schemas.openxmlformats.org/drawingml/2006/main">
              <a:ext uri="{FF2B5EF4-FFF2-40B4-BE49-F238E27FC236}">
                <a16:creationId xmlns:a16="http://schemas.microsoft.com/office/drawing/2014/main" id="{2E013E05-D12D-4D49-86C3-F23A0C91E365}"/>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違う点を具体化し、変更箇所を一つずつ伝える。反復しても最終確認は残す。</a:t>
            </a:r>
          </a:p>
        </p:txBody>
      </p:sp>
      <p:sp>
        <p:nvSpPr>
          <p:cNvPr id="7" name="step-arrow-9-0">
            <a:extLst xmlns:a="http://schemas.openxmlformats.org/drawingml/2006/main">
              <a:ext uri="{FF2B5EF4-FFF2-40B4-BE49-F238E27FC236}">
                <a16:creationId xmlns:a16="http://schemas.microsoft.com/office/drawing/2014/main" id="{7D3498CF-7A4D-413C-BC54-E7CA17DEDEF8}"/>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9-1">
            <a:extLst xmlns:a="http://schemas.openxmlformats.org/drawingml/2006/main">
              <a:ext uri="{FF2B5EF4-FFF2-40B4-BE49-F238E27FC236}">
                <a16:creationId xmlns:a16="http://schemas.microsoft.com/office/drawing/2014/main" id="{379E31BC-FCE0-4CC8-9119-8EF1C7FC10B8}"/>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9-2">
            <a:extLst xmlns:a="http://schemas.openxmlformats.org/drawingml/2006/main">
              <a:ext uri="{FF2B5EF4-FFF2-40B4-BE49-F238E27FC236}">
                <a16:creationId xmlns:a16="http://schemas.microsoft.com/office/drawing/2014/main" id="{4895A250-F523-4509-8F50-96671B9B0F0C}"/>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9-0">
            <a:extLst xmlns:a="http://schemas.openxmlformats.org/drawingml/2006/main">
              <a:ext uri="{FF2B5EF4-FFF2-40B4-BE49-F238E27FC236}">
                <a16:creationId xmlns:a16="http://schemas.microsoft.com/office/drawing/2014/main" id="{AB5BB5E0-F443-4646-814A-4AEB9BD4FFFF}"/>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9-0">
            <a:extLst xmlns:a="http://schemas.openxmlformats.org/drawingml/2006/main">
              <a:ext uri="{FF2B5EF4-FFF2-40B4-BE49-F238E27FC236}">
                <a16:creationId xmlns:a16="http://schemas.microsoft.com/office/drawing/2014/main" id="{D7534A27-BAA3-454E-905D-403C2691913F}"/>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9-0">
            <a:extLst xmlns:a="http://schemas.openxmlformats.org/drawingml/2006/main">
              <a:ext uri="{FF2B5EF4-FFF2-40B4-BE49-F238E27FC236}">
                <a16:creationId xmlns:a16="http://schemas.microsoft.com/office/drawing/2014/main" id="{070BC15B-E5D2-4A41-9C87-4F7214E4F257}"/>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9-0">
            <a:extLst xmlns:a="http://schemas.openxmlformats.org/drawingml/2006/main">
              <a:ext uri="{FF2B5EF4-FFF2-40B4-BE49-F238E27FC236}">
                <a16:creationId xmlns:a16="http://schemas.microsoft.com/office/drawing/2014/main" id="{A3B19A5B-E79B-4936-B370-5DBD129B212D}"/>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下書きを得る</a:t>
            </a:r>
          </a:p>
        </p:txBody>
      </p:sp>
      <p:sp>
        <p:nvSpPr>
          <p:cNvPr id="14" name="step-rule-9-0">
            <a:extLst xmlns:a="http://schemas.openxmlformats.org/drawingml/2006/main">
              <a:ext uri="{FF2B5EF4-FFF2-40B4-BE49-F238E27FC236}">
                <a16:creationId xmlns:a16="http://schemas.microsoft.com/office/drawing/2014/main" id="{ED36059E-734C-4A84-9CA2-7787637CAF6C}"/>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9-0">
            <a:extLst xmlns:a="http://schemas.openxmlformats.org/drawingml/2006/main">
              <a:ext uri="{FF2B5EF4-FFF2-40B4-BE49-F238E27FC236}">
                <a16:creationId xmlns:a16="http://schemas.microsoft.com/office/drawing/2014/main" id="{758BE8CD-A945-4CFA-94A3-588B6AB50B31}"/>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まず全体像を確認</a:t>
            </a:r>
          </a:p>
        </p:txBody>
      </p:sp>
      <p:sp>
        <p:nvSpPr>
          <p:cNvPr id="16" name="step-card-9-1">
            <a:extLst xmlns:a="http://schemas.openxmlformats.org/drawingml/2006/main">
              <a:ext uri="{FF2B5EF4-FFF2-40B4-BE49-F238E27FC236}">
                <a16:creationId xmlns:a16="http://schemas.microsoft.com/office/drawing/2014/main" id="{D57EA8B8-4E89-4C5A-B1DE-647A097862D5}"/>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9-1">
            <a:extLst xmlns:a="http://schemas.openxmlformats.org/drawingml/2006/main">
              <a:ext uri="{FF2B5EF4-FFF2-40B4-BE49-F238E27FC236}">
                <a16:creationId xmlns:a16="http://schemas.microsoft.com/office/drawing/2014/main" id="{56BA1D03-4C84-4608-9957-4B2C4B777B31}"/>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9-1">
            <a:extLst xmlns:a="http://schemas.openxmlformats.org/drawingml/2006/main">
              <a:ext uri="{FF2B5EF4-FFF2-40B4-BE49-F238E27FC236}">
                <a16:creationId xmlns:a16="http://schemas.microsoft.com/office/drawing/2014/main" id="{749B9473-63E6-454E-B3DF-D27A35E162B2}"/>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9-1">
            <a:extLst xmlns:a="http://schemas.openxmlformats.org/drawingml/2006/main">
              <a:ext uri="{FF2B5EF4-FFF2-40B4-BE49-F238E27FC236}">
                <a16:creationId xmlns:a16="http://schemas.microsoft.com/office/drawing/2014/main" id="{B15C315B-16A2-45AD-8172-F6B9AF6627DA}"/>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差分を示す</a:t>
            </a:r>
          </a:p>
        </p:txBody>
      </p:sp>
      <p:sp>
        <p:nvSpPr>
          <p:cNvPr id="20" name="step-rule-9-1">
            <a:extLst xmlns:a="http://schemas.openxmlformats.org/drawingml/2006/main">
              <a:ext uri="{FF2B5EF4-FFF2-40B4-BE49-F238E27FC236}">
                <a16:creationId xmlns:a16="http://schemas.microsoft.com/office/drawing/2014/main" id="{55E5BC4D-D351-49E7-8C48-37F330E937F1}"/>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9-1">
            <a:extLst xmlns:a="http://schemas.openxmlformats.org/drawingml/2006/main">
              <a:ext uri="{FF2B5EF4-FFF2-40B4-BE49-F238E27FC236}">
                <a16:creationId xmlns:a16="http://schemas.microsoft.com/office/drawing/2014/main" id="{51A94614-752D-4941-B5F1-974A2EF3BBEE}"/>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どこが目的と違うか</a:t>
            </a:r>
          </a:p>
        </p:txBody>
      </p:sp>
      <p:sp>
        <p:nvSpPr>
          <p:cNvPr id="22" name="step-card-9-2">
            <a:extLst xmlns:a="http://schemas.openxmlformats.org/drawingml/2006/main">
              <a:ext uri="{FF2B5EF4-FFF2-40B4-BE49-F238E27FC236}">
                <a16:creationId xmlns:a16="http://schemas.microsoft.com/office/drawing/2014/main" id="{9BB516B5-985F-437C-9231-A6709149FE94}"/>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9-2">
            <a:extLst xmlns:a="http://schemas.openxmlformats.org/drawingml/2006/main">
              <a:ext uri="{FF2B5EF4-FFF2-40B4-BE49-F238E27FC236}">
                <a16:creationId xmlns:a16="http://schemas.microsoft.com/office/drawing/2014/main" id="{E65054CA-7298-4BEA-8DFD-3B2C31BF19C7}"/>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9-2">
            <a:extLst xmlns:a="http://schemas.openxmlformats.org/drawingml/2006/main">
              <a:ext uri="{FF2B5EF4-FFF2-40B4-BE49-F238E27FC236}">
                <a16:creationId xmlns:a16="http://schemas.microsoft.com/office/drawing/2014/main" id="{C44B793F-7BEA-47BA-9D6B-7AA73320BA3C}"/>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9-2">
            <a:extLst xmlns:a="http://schemas.openxmlformats.org/drawingml/2006/main">
              <a:ext uri="{FF2B5EF4-FFF2-40B4-BE49-F238E27FC236}">
                <a16:creationId xmlns:a16="http://schemas.microsoft.com/office/drawing/2014/main" id="{8F7D3207-2E62-4422-9133-02280D6ABBA2}"/>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一部を直す</a:t>
            </a:r>
          </a:p>
        </p:txBody>
      </p:sp>
      <p:sp>
        <p:nvSpPr>
          <p:cNvPr id="26" name="step-rule-9-2">
            <a:extLst xmlns:a="http://schemas.openxmlformats.org/drawingml/2006/main">
              <a:ext uri="{FF2B5EF4-FFF2-40B4-BE49-F238E27FC236}">
                <a16:creationId xmlns:a16="http://schemas.microsoft.com/office/drawing/2014/main" id="{FE632AA3-B3C2-4174-99C0-C29DEBE7580A}"/>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9-2">
            <a:extLst xmlns:a="http://schemas.openxmlformats.org/drawingml/2006/main">
              <a:ext uri="{FF2B5EF4-FFF2-40B4-BE49-F238E27FC236}">
                <a16:creationId xmlns:a16="http://schemas.microsoft.com/office/drawing/2014/main" id="{8B4B5629-3663-42FD-8A93-A947DAD0B9D9}"/>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対象・変更内容・残す内容</a:t>
            </a:r>
          </a:p>
        </p:txBody>
      </p:sp>
      <p:sp>
        <p:nvSpPr>
          <p:cNvPr id="28" name="step-card-9-3">
            <a:extLst xmlns:a="http://schemas.openxmlformats.org/drawingml/2006/main">
              <a:ext uri="{FF2B5EF4-FFF2-40B4-BE49-F238E27FC236}">
                <a16:creationId xmlns:a16="http://schemas.microsoft.com/office/drawing/2014/main" id="{EC791F90-5037-4C29-B846-08B463FE4049}"/>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9-3">
            <a:extLst xmlns:a="http://schemas.openxmlformats.org/drawingml/2006/main">
              <a:ext uri="{FF2B5EF4-FFF2-40B4-BE49-F238E27FC236}">
                <a16:creationId xmlns:a16="http://schemas.microsoft.com/office/drawing/2014/main" id="{68E2465C-DD15-4F0B-9813-DE8757FB5969}"/>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9-3">
            <a:extLst xmlns:a="http://schemas.openxmlformats.org/drawingml/2006/main">
              <a:ext uri="{FF2B5EF4-FFF2-40B4-BE49-F238E27FC236}">
                <a16:creationId xmlns:a16="http://schemas.microsoft.com/office/drawing/2014/main" id="{A195A202-CF58-4AE9-9E7E-797F14F9FA69}"/>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9-3">
            <a:extLst xmlns:a="http://schemas.openxmlformats.org/drawingml/2006/main">
              <a:ext uri="{FF2B5EF4-FFF2-40B4-BE49-F238E27FC236}">
                <a16:creationId xmlns:a16="http://schemas.microsoft.com/office/drawing/2014/main" id="{306B3EB1-0242-40AC-A976-AC5DBF18B2B5}"/>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人が確定する</a:t>
            </a:r>
          </a:p>
        </p:txBody>
      </p:sp>
      <p:sp>
        <p:nvSpPr>
          <p:cNvPr id="32" name="step-rule-9-3">
            <a:extLst xmlns:a="http://schemas.openxmlformats.org/drawingml/2006/main">
              <a:ext uri="{FF2B5EF4-FFF2-40B4-BE49-F238E27FC236}">
                <a16:creationId xmlns:a16="http://schemas.microsoft.com/office/drawing/2014/main" id="{A04047FE-E196-48A1-B9D9-54698B1715B9}"/>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9-3">
            <a:extLst xmlns:a="http://schemas.openxmlformats.org/drawingml/2006/main">
              <a:ext uri="{FF2B5EF4-FFF2-40B4-BE49-F238E27FC236}">
                <a16:creationId xmlns:a16="http://schemas.microsoft.com/office/drawing/2014/main" id="{8A0F91DE-029C-47A8-90AC-B3DFB752C1C4}"/>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事実・表現・承認を確認</a:t>
            </a:r>
          </a:p>
        </p:txBody>
      </p:sp>
      <p:sp>
        <p:nvSpPr>
          <p:cNvPr id="34" name="body-callout-9">
            <a:extLst xmlns:a="http://schemas.openxmlformats.org/drawingml/2006/main">
              <a:ext uri="{FF2B5EF4-FFF2-40B4-BE49-F238E27FC236}">
                <a16:creationId xmlns:a16="http://schemas.microsoft.com/office/drawing/2014/main" id="{0C26C8A3-A471-4EDD-BE5D-0F89D25F9E2D}"/>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9">
            <a:extLst xmlns:a="http://schemas.openxmlformats.org/drawingml/2006/main">
              <a:ext uri="{FF2B5EF4-FFF2-40B4-BE49-F238E27FC236}">
                <a16:creationId xmlns:a16="http://schemas.microsoft.com/office/drawing/2014/main" id="{0DAA12F3-CFCB-47F3-A02C-D403BE471A13}"/>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『もっと良く』ではなく、読み手・長さ・不足・根拠を指定</a:t>
            </a:r>
          </a:p>
        </p:txBody>
      </p:sp>
      <p:sp>
        <p:nvSpPr>
          <p:cNvPr id="36" name="footer-rule-9">
            <a:extLst xmlns:a="http://schemas.openxmlformats.org/drawingml/2006/main">
              <a:ext uri="{FF2B5EF4-FFF2-40B4-BE49-F238E27FC236}">
                <a16:creationId xmlns:a16="http://schemas.microsoft.com/office/drawing/2014/main" id="{3EC5CCDB-AFD5-4A38-993F-D8EA57664287}"/>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9">
            <a:extLst xmlns:a="http://schemas.openxmlformats.org/drawingml/2006/main">
              <a:ext uri="{FF2B5EF4-FFF2-40B4-BE49-F238E27FC236}">
                <a16:creationId xmlns:a16="http://schemas.microsoft.com/office/drawing/2014/main" id="{2D401BF2-7FB6-40AF-8D7B-4038BE40EE74}"/>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[2] [6]｜基準日 2026年8月27日｜v1.0.0</a:t>
            </a:r>
          </a:p>
        </p:txBody>
      </p:sp>
      <p:sp>
        <p:nvSpPr>
          <p:cNvPr id="38" name="footer-no-9">
            <a:extLst xmlns:a="http://schemas.openxmlformats.org/drawingml/2006/main">
              <a:ext uri="{FF2B5EF4-FFF2-40B4-BE49-F238E27FC236}">
                <a16:creationId xmlns:a16="http://schemas.microsoft.com/office/drawing/2014/main" id="{FB3034C5-BD55-42E4-840B-FA29B1DBEFDA}"/>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09 / 20</a:t>
            </a:r>
          </a:p>
        </p:txBody>
      </p:sp>
    </p:spTree>
    <p:extLst>
      <p:ext uri="{BB962C8B-B14F-4D97-AF65-F5344CB8AC3E}">
        <p14:creationId xmlns:p14="http://schemas.microsoft.com/office/powerpoint/2010/main" val="1609282702"/>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10">
            <a:extLst xmlns:a="http://schemas.openxmlformats.org/drawingml/2006/main">
              <a:ext uri="{FF2B5EF4-FFF2-40B4-BE49-F238E27FC236}">
                <a16:creationId xmlns:a16="http://schemas.microsoft.com/office/drawing/2014/main" id="{2E777F0C-6D94-429A-AA28-FF7C9C86D35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0">
            <a:extLst xmlns:a="http://schemas.openxmlformats.org/drawingml/2006/main">
              <a:ext uri="{FF2B5EF4-FFF2-40B4-BE49-F238E27FC236}">
                <a16:creationId xmlns:a16="http://schemas.microsoft.com/office/drawing/2014/main" id="{10DE9C0D-31A9-40B2-AE25-2F236FDE1E21}"/>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実務例①</a:t>
            </a:r>
          </a:p>
        </p:txBody>
      </p:sp>
      <p:sp>
        <p:nvSpPr>
          <p:cNvPr id="3" name="label-10">
            <a:extLst xmlns:a="http://schemas.openxmlformats.org/drawingml/2006/main">
              <a:ext uri="{FF2B5EF4-FFF2-40B4-BE49-F238E27FC236}">
                <a16:creationId xmlns:a16="http://schemas.microsoft.com/office/drawing/2014/main" id="{0758B477-E416-4ED5-BE65-A18AFC9F6FE0}"/>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実務例</a:t>
            </a:r>
          </a:p>
        </p:txBody>
      </p:sp>
      <p:sp>
        <p:nvSpPr>
          <p:cNvPr id="4" name="title-10">
            <a:extLst xmlns:a="http://schemas.openxmlformats.org/drawingml/2006/main">
              <a:ext uri="{FF2B5EF4-FFF2-40B4-BE49-F238E27FC236}">
                <a16:creationId xmlns:a16="http://schemas.microsoft.com/office/drawing/2014/main" id="{EA16527A-DAC1-4C20-8EA8-5077E9E2A83D}"/>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文書作成は「下書き＋確認欄」で頼む</a:t>
            </a:r>
          </a:p>
        </p:txBody>
      </p:sp>
      <p:sp>
        <p:nvSpPr>
          <p:cNvPr id="5" name="title-rule-10">
            <a:extLst xmlns:a="http://schemas.openxmlformats.org/drawingml/2006/main">
              <a:ext uri="{FF2B5EF4-FFF2-40B4-BE49-F238E27FC236}">
                <a16:creationId xmlns:a16="http://schemas.microsoft.com/office/drawing/2014/main" id="{F0753FF4-6324-4403-BB01-C4B7EE33F5C1}"/>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0">
            <a:extLst xmlns:a="http://schemas.openxmlformats.org/drawingml/2006/main">
              <a:ext uri="{FF2B5EF4-FFF2-40B4-BE49-F238E27FC236}">
                <a16:creationId xmlns:a16="http://schemas.microsoft.com/office/drawing/2014/main" id="{79E80535-6534-40A1-A6E2-9086A51B180E}"/>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架空の業務例で、目的・背景・形式・条件をそろえ、送信前の確認点も出させる。</a:t>
            </a:r>
          </a:p>
        </p:txBody>
      </p:sp>
      <p:sp>
        <p:nvSpPr>
          <p:cNvPr id="7" name="step-arrow-10-0">
            <a:extLst xmlns:a="http://schemas.openxmlformats.org/drawingml/2006/main">
              <a:ext uri="{FF2B5EF4-FFF2-40B4-BE49-F238E27FC236}">
                <a16:creationId xmlns:a16="http://schemas.microsoft.com/office/drawing/2014/main" id="{B2D736A1-1A7D-4520-B285-44BAF73CCF18}"/>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0-1">
            <a:extLst xmlns:a="http://schemas.openxmlformats.org/drawingml/2006/main">
              <a:ext uri="{FF2B5EF4-FFF2-40B4-BE49-F238E27FC236}">
                <a16:creationId xmlns:a16="http://schemas.microsoft.com/office/drawing/2014/main" id="{D4CB1B79-9FE9-4D43-A2EE-5A02D005F256}"/>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10-2">
            <a:extLst xmlns:a="http://schemas.openxmlformats.org/drawingml/2006/main">
              <a:ext uri="{FF2B5EF4-FFF2-40B4-BE49-F238E27FC236}">
                <a16:creationId xmlns:a16="http://schemas.microsoft.com/office/drawing/2014/main" id="{D30D45B5-391D-42F1-9AF3-B3120EE5309D}"/>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10-0">
            <a:extLst xmlns:a="http://schemas.openxmlformats.org/drawingml/2006/main">
              <a:ext uri="{FF2B5EF4-FFF2-40B4-BE49-F238E27FC236}">
                <a16:creationId xmlns:a16="http://schemas.microsoft.com/office/drawing/2014/main" id="{2E9D34B2-761F-4F1B-836B-E18BA0B5B66E}"/>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10-0">
            <a:extLst xmlns:a="http://schemas.openxmlformats.org/drawingml/2006/main">
              <a:ext uri="{FF2B5EF4-FFF2-40B4-BE49-F238E27FC236}">
                <a16:creationId xmlns:a16="http://schemas.microsoft.com/office/drawing/2014/main" id="{C9079FF9-2DC2-44E9-AE53-324D16654005}"/>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10-0">
            <a:extLst xmlns:a="http://schemas.openxmlformats.org/drawingml/2006/main">
              <a:ext uri="{FF2B5EF4-FFF2-40B4-BE49-F238E27FC236}">
                <a16:creationId xmlns:a16="http://schemas.microsoft.com/office/drawing/2014/main" id="{C6C8945E-9B63-4D86-837C-DD1DD8CA6828}"/>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10-0">
            <a:extLst xmlns:a="http://schemas.openxmlformats.org/drawingml/2006/main">
              <a:ext uri="{FF2B5EF4-FFF2-40B4-BE49-F238E27FC236}">
                <a16:creationId xmlns:a16="http://schemas.microsoft.com/office/drawing/2014/main" id="{5124BF7E-3321-46E8-8322-A5F7B7F8B874}"/>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目的</a:t>
            </a:r>
          </a:p>
        </p:txBody>
      </p:sp>
      <p:sp>
        <p:nvSpPr>
          <p:cNvPr id="14" name="step-rule-10-0">
            <a:extLst xmlns:a="http://schemas.openxmlformats.org/drawingml/2006/main">
              <a:ext uri="{FF2B5EF4-FFF2-40B4-BE49-F238E27FC236}">
                <a16:creationId xmlns:a16="http://schemas.microsoft.com/office/drawing/2014/main" id="{1314697F-655D-436C-96D0-6CC62BD97931}"/>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10-0">
            <a:extLst xmlns:a="http://schemas.openxmlformats.org/drawingml/2006/main">
              <a:ext uri="{FF2B5EF4-FFF2-40B4-BE49-F238E27FC236}">
                <a16:creationId xmlns:a16="http://schemas.microsoft.com/office/drawing/2014/main" id="{C890E0EA-31FA-41DE-887D-316A6DCCD813}"/>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会議延期を簡潔に伝える</a:t>
            </a:r>
          </a:p>
        </p:txBody>
      </p:sp>
      <p:sp>
        <p:nvSpPr>
          <p:cNvPr id="16" name="step-card-10-1">
            <a:extLst xmlns:a="http://schemas.openxmlformats.org/drawingml/2006/main">
              <a:ext uri="{FF2B5EF4-FFF2-40B4-BE49-F238E27FC236}">
                <a16:creationId xmlns:a16="http://schemas.microsoft.com/office/drawing/2014/main" id="{73587217-150B-4EBE-95C0-E3A400658F5E}"/>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10-1">
            <a:extLst xmlns:a="http://schemas.openxmlformats.org/drawingml/2006/main">
              <a:ext uri="{FF2B5EF4-FFF2-40B4-BE49-F238E27FC236}">
                <a16:creationId xmlns:a16="http://schemas.microsoft.com/office/drawing/2014/main" id="{3E74978E-DD44-4D42-9F2C-9AF1575CA01B}"/>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10-1">
            <a:extLst xmlns:a="http://schemas.openxmlformats.org/drawingml/2006/main">
              <a:ext uri="{FF2B5EF4-FFF2-40B4-BE49-F238E27FC236}">
                <a16:creationId xmlns:a16="http://schemas.microsoft.com/office/drawing/2014/main" id="{A5948825-5A29-4F29-B458-94665E0403F4}"/>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10-1">
            <a:extLst xmlns:a="http://schemas.openxmlformats.org/drawingml/2006/main">
              <a:ext uri="{FF2B5EF4-FFF2-40B4-BE49-F238E27FC236}">
                <a16:creationId xmlns:a16="http://schemas.microsoft.com/office/drawing/2014/main" id="{C7D9A403-D9F6-42A6-BF92-38E7BE8AE483}"/>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背景</a:t>
            </a:r>
          </a:p>
        </p:txBody>
      </p:sp>
      <p:sp>
        <p:nvSpPr>
          <p:cNvPr id="20" name="step-rule-10-1">
            <a:extLst xmlns:a="http://schemas.openxmlformats.org/drawingml/2006/main">
              <a:ext uri="{FF2B5EF4-FFF2-40B4-BE49-F238E27FC236}">
                <a16:creationId xmlns:a16="http://schemas.microsoft.com/office/drawing/2014/main" id="{4E83D875-B2B3-4BFB-B66D-350AFDFD96B9}"/>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10-1">
            <a:extLst xmlns:a="http://schemas.openxmlformats.org/drawingml/2006/main">
              <a:ext uri="{FF2B5EF4-FFF2-40B4-BE49-F238E27FC236}">
                <a16:creationId xmlns:a16="http://schemas.microsoft.com/office/drawing/2014/main" id="{EF76A69F-50D6-467D-9008-330EB3D1C44F}"/>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社内向け、候補日は未確定</a:t>
            </a:r>
          </a:p>
        </p:txBody>
      </p:sp>
      <p:sp>
        <p:nvSpPr>
          <p:cNvPr id="22" name="step-card-10-2">
            <a:extLst xmlns:a="http://schemas.openxmlformats.org/drawingml/2006/main">
              <a:ext uri="{FF2B5EF4-FFF2-40B4-BE49-F238E27FC236}">
                <a16:creationId xmlns:a16="http://schemas.microsoft.com/office/drawing/2014/main" id="{E42519E6-AE7A-41DC-8507-B4BE8826AF7E}"/>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10-2">
            <a:extLst xmlns:a="http://schemas.openxmlformats.org/drawingml/2006/main">
              <a:ext uri="{FF2B5EF4-FFF2-40B4-BE49-F238E27FC236}">
                <a16:creationId xmlns:a16="http://schemas.microsoft.com/office/drawing/2014/main" id="{737C359E-E662-402C-984A-B0515504C338}"/>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10-2">
            <a:extLst xmlns:a="http://schemas.openxmlformats.org/drawingml/2006/main">
              <a:ext uri="{FF2B5EF4-FFF2-40B4-BE49-F238E27FC236}">
                <a16:creationId xmlns:a16="http://schemas.microsoft.com/office/drawing/2014/main" id="{2CF681B7-1CD9-4F59-B24C-1499353629AF}"/>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10-2">
            <a:extLst xmlns:a="http://schemas.openxmlformats.org/drawingml/2006/main">
              <a:ext uri="{FF2B5EF4-FFF2-40B4-BE49-F238E27FC236}">
                <a16:creationId xmlns:a16="http://schemas.microsoft.com/office/drawing/2014/main" id="{1103ACE6-4206-4B2D-BB4A-DDF5F69B6A27}"/>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形式</a:t>
            </a:r>
          </a:p>
        </p:txBody>
      </p:sp>
      <p:sp>
        <p:nvSpPr>
          <p:cNvPr id="26" name="step-rule-10-2">
            <a:extLst xmlns:a="http://schemas.openxmlformats.org/drawingml/2006/main">
              <a:ext uri="{FF2B5EF4-FFF2-40B4-BE49-F238E27FC236}">
                <a16:creationId xmlns:a16="http://schemas.microsoft.com/office/drawing/2014/main" id="{76EB7858-9E3B-4791-A17C-AAB55B17EB2C}"/>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10-2">
            <a:extLst xmlns:a="http://schemas.openxmlformats.org/drawingml/2006/main">
              <a:ext uri="{FF2B5EF4-FFF2-40B4-BE49-F238E27FC236}">
                <a16:creationId xmlns:a16="http://schemas.microsoft.com/office/drawing/2014/main" id="{552EDB2B-589C-4CA7-90DE-9E83FA7166F1}"/>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件名＋本文150字以内</a:t>
            </a:r>
          </a:p>
        </p:txBody>
      </p:sp>
      <p:sp>
        <p:nvSpPr>
          <p:cNvPr id="28" name="step-card-10-3">
            <a:extLst xmlns:a="http://schemas.openxmlformats.org/drawingml/2006/main">
              <a:ext uri="{FF2B5EF4-FFF2-40B4-BE49-F238E27FC236}">
                <a16:creationId xmlns:a16="http://schemas.microsoft.com/office/drawing/2014/main" id="{7920D574-030D-4BD0-BB0E-2083FDC0031F}"/>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10-3">
            <a:extLst xmlns:a="http://schemas.openxmlformats.org/drawingml/2006/main">
              <a:ext uri="{FF2B5EF4-FFF2-40B4-BE49-F238E27FC236}">
                <a16:creationId xmlns:a16="http://schemas.microsoft.com/office/drawing/2014/main" id="{E68F0B46-12BB-4FDF-B997-616F6516E5D6}"/>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10-3">
            <a:extLst xmlns:a="http://schemas.openxmlformats.org/drawingml/2006/main">
              <a:ext uri="{FF2B5EF4-FFF2-40B4-BE49-F238E27FC236}">
                <a16:creationId xmlns:a16="http://schemas.microsoft.com/office/drawing/2014/main" id="{13C08AF6-1B7A-47C7-A71D-2B92AEC286C7}"/>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10-3">
            <a:extLst xmlns:a="http://schemas.openxmlformats.org/drawingml/2006/main">
              <a:ext uri="{FF2B5EF4-FFF2-40B4-BE49-F238E27FC236}">
                <a16:creationId xmlns:a16="http://schemas.microsoft.com/office/drawing/2014/main" id="{EB953E93-EF8B-43DF-94D6-FFBFCAAE5C34}"/>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条件</a:t>
            </a:r>
          </a:p>
        </p:txBody>
      </p:sp>
      <p:sp>
        <p:nvSpPr>
          <p:cNvPr id="32" name="step-rule-10-3">
            <a:extLst xmlns:a="http://schemas.openxmlformats.org/drawingml/2006/main">
              <a:ext uri="{FF2B5EF4-FFF2-40B4-BE49-F238E27FC236}">
                <a16:creationId xmlns:a16="http://schemas.microsoft.com/office/drawing/2014/main" id="{DE49B1F3-3D51-420E-9D83-06128ED6CF97}"/>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10-3">
            <a:extLst xmlns:a="http://schemas.openxmlformats.org/drawingml/2006/main">
              <a:ext uri="{FF2B5EF4-FFF2-40B4-BE49-F238E27FC236}">
                <a16:creationId xmlns:a16="http://schemas.microsoft.com/office/drawing/2014/main" id="{A190DB94-273D-4F60-86C7-5CA7D27D6AD0}"/>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日付を作らず、確認点を末尾に表示</a:t>
            </a:r>
          </a:p>
        </p:txBody>
      </p:sp>
      <p:sp>
        <p:nvSpPr>
          <p:cNvPr id="34" name="body-callout-10">
            <a:extLst xmlns:a="http://schemas.openxmlformats.org/drawingml/2006/main">
              <a:ext uri="{FF2B5EF4-FFF2-40B4-BE49-F238E27FC236}">
                <a16:creationId xmlns:a16="http://schemas.microsoft.com/office/drawing/2014/main" id="{D03ACEB7-3A4C-4B09-9C38-1A2D3F4E9047}"/>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10">
            <a:extLst xmlns:a="http://schemas.openxmlformats.org/drawingml/2006/main">
              <a:ext uri="{FF2B5EF4-FFF2-40B4-BE49-F238E27FC236}">
                <a16:creationId xmlns:a16="http://schemas.microsoft.com/office/drawing/2014/main" id="{D43066E3-DC42-4D8A-A835-054EB220D8BE}"/>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例：社内会議の延期案内。実在の氏名・案件・連絡先は使わない</a:t>
            </a:r>
          </a:p>
        </p:txBody>
      </p:sp>
      <p:sp>
        <p:nvSpPr>
          <p:cNvPr id="36" name="footer-rule-10">
            <a:extLst xmlns:a="http://schemas.openxmlformats.org/drawingml/2006/main">
              <a:ext uri="{FF2B5EF4-FFF2-40B4-BE49-F238E27FC236}">
                <a16:creationId xmlns:a16="http://schemas.microsoft.com/office/drawing/2014/main" id="{62B4BCF8-54A8-4618-B19B-D73E68212265}"/>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10">
            <a:extLst xmlns:a="http://schemas.openxmlformats.org/drawingml/2006/main">
              <a:ext uri="{FF2B5EF4-FFF2-40B4-BE49-F238E27FC236}">
                <a16:creationId xmlns:a16="http://schemas.microsoft.com/office/drawing/2014/main" id="{0F869D40-6CDF-4D5F-ACD5-7D60035DDB6F}"/>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[4] [6]｜基準日 2026年8月27日｜v1.0.0</a:t>
            </a:r>
          </a:p>
        </p:txBody>
      </p:sp>
      <p:sp>
        <p:nvSpPr>
          <p:cNvPr id="38" name="footer-no-10">
            <a:extLst xmlns:a="http://schemas.openxmlformats.org/drawingml/2006/main">
              <a:ext uri="{FF2B5EF4-FFF2-40B4-BE49-F238E27FC236}">
                <a16:creationId xmlns:a16="http://schemas.microsoft.com/office/drawing/2014/main" id="{58C037D9-5ABF-4BDB-BBA7-81574F2B1DA6}"/>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10 / 20</a:t>
            </a:r>
          </a:p>
        </p:txBody>
      </p:sp>
    </p:spTree>
    <p:extLst>
      <p:ext uri="{BB962C8B-B14F-4D97-AF65-F5344CB8AC3E}">
        <p14:creationId xmlns:p14="http://schemas.microsoft.com/office/powerpoint/2010/main" val="1008404004"/>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6" name="accent-11">
            <a:extLst xmlns:a="http://schemas.openxmlformats.org/drawingml/2006/main">
              <a:ext uri="{FF2B5EF4-FFF2-40B4-BE49-F238E27FC236}">
                <a16:creationId xmlns:a16="http://schemas.microsoft.com/office/drawing/2014/main" id="{A1EE9508-A64D-466F-9674-5000F708271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1">
            <a:extLst xmlns:a="http://schemas.openxmlformats.org/drawingml/2006/main">
              <a:ext uri="{FF2B5EF4-FFF2-40B4-BE49-F238E27FC236}">
                <a16:creationId xmlns:a16="http://schemas.microsoft.com/office/drawing/2014/main" id="{DA302BC1-8A69-4D4B-B763-E18C52122CE7}"/>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実務例②</a:t>
            </a:r>
          </a:p>
        </p:txBody>
      </p:sp>
      <p:sp>
        <p:nvSpPr>
          <p:cNvPr id="3" name="label-11">
            <a:extLst xmlns:a="http://schemas.openxmlformats.org/drawingml/2006/main">
              <a:ext uri="{FF2B5EF4-FFF2-40B4-BE49-F238E27FC236}">
                <a16:creationId xmlns:a16="http://schemas.microsoft.com/office/drawing/2014/main" id="{C98EC2A3-A44A-4B05-A5FA-82DB6BF0273A}"/>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実務例</a:t>
            </a:r>
          </a:p>
        </p:txBody>
      </p:sp>
      <p:sp>
        <p:nvSpPr>
          <p:cNvPr id="4" name="title-11">
            <a:extLst xmlns:a="http://schemas.openxmlformats.org/drawingml/2006/main">
              <a:ext uri="{FF2B5EF4-FFF2-40B4-BE49-F238E27FC236}">
                <a16:creationId xmlns:a16="http://schemas.microsoft.com/office/drawing/2014/main" id="{D4AE3D0D-0C89-4240-88A3-078AC3F7F990}"/>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要約・比較は「落とさない項目」を指定する</a:t>
            </a:r>
          </a:p>
        </p:txBody>
      </p:sp>
      <p:sp>
        <p:nvSpPr>
          <p:cNvPr id="5" name="title-rule-11">
            <a:extLst xmlns:a="http://schemas.openxmlformats.org/drawingml/2006/main">
              <a:ext uri="{FF2B5EF4-FFF2-40B4-BE49-F238E27FC236}">
                <a16:creationId xmlns:a16="http://schemas.microsoft.com/office/drawing/2014/main" id="{90489EB0-0E26-4F4F-9079-957223B9A2E2}"/>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1">
            <a:extLst xmlns:a="http://schemas.openxmlformats.org/drawingml/2006/main">
              <a:ext uri="{FF2B5EF4-FFF2-40B4-BE49-F238E27FC236}">
                <a16:creationId xmlns:a16="http://schemas.microsoft.com/office/drawing/2014/main" id="{236F2A39-6360-468A-8402-5C7A9997DE48}"/>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要約の観点と比較軸を先に決め、原文との対応と未確認事項を残す。</a:t>
            </a:r>
          </a:p>
        </p:txBody>
      </p:sp>
      <p:sp>
        <p:nvSpPr>
          <p:cNvPr id="7" name="check-focus-11">
            <a:extLst xmlns:a="http://schemas.openxmlformats.org/drawingml/2006/main">
              <a:ext uri="{FF2B5EF4-FFF2-40B4-BE49-F238E27FC236}">
                <a16:creationId xmlns:a16="http://schemas.microsoft.com/office/drawing/2014/main" id="{3CF5A1FC-F9E4-4B54-9A65-44FF672E7004}"/>
              </a:ext>
            </a:extLst>
          </p:cNvPr>
          <p:cNvSpPr>
            <a:spLocks xmlns:a="http://schemas.openxmlformats.org/drawingml/2006/main" noGrp="1"/>
          </p:cNvSpPr>
          <p:nvPr/>
        </p:nvSpPr>
        <p:spPr>
          <a:xfrm xmlns:a="http://schemas.openxmlformats.org/drawingml/2006/main">
            <a:off x="647700" y="2343150"/>
            <a:ext cx="2990850" cy="2628900"/>
          </a:xfrm>
          <a:prstGeom xmlns:a="http://schemas.openxmlformats.org/drawingml/2006/main" prst="roundRect">
            <a:avLst>
              <a:gd name="adj" fmla="val 5797"/>
            </a:avLst>
          </a:prstGeom>
          <a:solidFill xmlns:a="http://schemas.openxmlformats.org/drawingml/2006/main">
            <a:srgbClr val="064E4A"/>
          </a:solidFill>
          <a:ln xmlns:a="http://schemas.openxmlformats.org/drawingml/2006/main" w="0">
            <a:solidFill>
              <a:srgbClr val="064E4A"/>
            </a:solidFill>
            <a:prstDash val="solid"/>
          </a:ln>
        </p:spPr>
      </p:sp>
      <p:sp>
        <p:nvSpPr>
          <p:cNvPr id="8" name="check-focus-kicker-11">
            <a:extLst xmlns:a="http://schemas.openxmlformats.org/drawingml/2006/main">
              <a:ext uri="{FF2B5EF4-FFF2-40B4-BE49-F238E27FC236}">
                <a16:creationId xmlns:a16="http://schemas.microsoft.com/office/drawing/2014/main" id="{2BABA8BF-F7BB-4299-B396-7748AE4F6AD6}"/>
              </a:ext>
            </a:extLst>
          </p:cNvPr>
          <p:cNvSpPr>
            <a:spLocks xmlns:a="http://schemas.openxmlformats.org/drawingml/2006/main" noGrp="1"/>
          </p:cNvSpPr>
          <p:nvPr/>
        </p:nvSpPr>
        <p:spPr>
          <a:xfrm xmlns:a="http://schemas.openxmlformats.org/drawingml/2006/main">
            <a:off x="895350" y="26289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BDE8E2"/>
                </a:solidFill>
              </a:defRPr>
            </a:pPr>
            <a:r>
              <a:rPr sz="1350" b="1">
                <a:solidFill>
                  <a:srgbClr val="BDE8E2"/>
                </a:solidFill>
              </a:rPr>
              <a:t>CHECK</a:t>
            </a:r>
          </a:p>
        </p:txBody>
      </p:sp>
      <p:sp>
        <p:nvSpPr>
          <p:cNvPr id="9" name="check-focus-text-11">
            <a:extLst xmlns:a="http://schemas.openxmlformats.org/drawingml/2006/main">
              <a:ext uri="{FF2B5EF4-FFF2-40B4-BE49-F238E27FC236}">
                <a16:creationId xmlns:a16="http://schemas.microsoft.com/office/drawing/2014/main" id="{CD4B212D-862F-4E70-80A0-11AE42B2D158}"/>
              </a:ext>
            </a:extLst>
          </p:cNvPr>
          <p:cNvSpPr>
            <a:spLocks xmlns:a="http://schemas.openxmlformats.org/drawingml/2006/main" noGrp="1"/>
          </p:cNvSpPr>
          <p:nvPr/>
        </p:nvSpPr>
        <p:spPr>
          <a:xfrm xmlns:a="http://schemas.openxmlformats.org/drawingml/2006/main">
            <a:off x="895350" y="3124200"/>
            <a:ext cx="24384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850" b="1">
                <a:solidFill>
                  <a:srgbClr val="FFFFFF"/>
                </a:solidFill>
              </a:defRPr>
            </a:pPr>
            <a:r>
              <a:rPr sz="2850" b="1">
                <a:solidFill>
                  <a:srgbClr val="FFFFFF"/>
                </a:solidFill>
              </a:rPr>
              <a:t>落とさない項目</a:t>
            </a:r>
          </a:p>
        </p:txBody>
      </p:sp>
      <p:sp>
        <p:nvSpPr>
          <p:cNvPr id="10" name="check-focus-note-11">
            <a:extLst xmlns:a="http://schemas.openxmlformats.org/drawingml/2006/main">
              <a:ext uri="{FF2B5EF4-FFF2-40B4-BE49-F238E27FC236}">
                <a16:creationId xmlns:a16="http://schemas.microsoft.com/office/drawing/2014/main" id="{28FDD7A1-81B1-44F7-841F-D800F3B0FDC1}"/>
              </a:ext>
            </a:extLst>
          </p:cNvPr>
          <p:cNvSpPr>
            <a:spLocks xmlns:a="http://schemas.openxmlformats.org/drawingml/2006/main" noGrp="1"/>
          </p:cNvSpPr>
          <p:nvPr/>
        </p:nvSpPr>
        <p:spPr>
          <a:xfrm xmlns:a="http://schemas.openxmlformats.org/drawingml/2006/main">
            <a:off x="895350" y="4419600"/>
            <a:ext cx="2428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0">
                <a:solidFill>
                  <a:srgbClr val="D4EFEB"/>
                </a:solidFill>
              </a:defRPr>
            </a:pPr>
            <a:r>
              <a:rPr sz="1200" b="0">
                <a:solidFill>
                  <a:srgbClr val="D4EFEB"/>
                </a:solidFill>
              </a:rPr>
              <a:t>表示が整っていても、内容の正しさは別に確認する</a:t>
            </a:r>
          </a:p>
        </p:txBody>
      </p:sp>
      <p:sp>
        <p:nvSpPr>
          <p:cNvPr id="11" name="check-row-11-0">
            <a:extLst xmlns:a="http://schemas.openxmlformats.org/drawingml/2006/main">
              <a:ext uri="{FF2B5EF4-FFF2-40B4-BE49-F238E27FC236}">
                <a16:creationId xmlns:a16="http://schemas.microsoft.com/office/drawing/2014/main" id="{CCCCC358-055A-4EFB-9350-FFFD589AE6E6}"/>
              </a:ext>
            </a:extLst>
          </p:cNvPr>
          <p:cNvSpPr>
            <a:spLocks xmlns:a="http://schemas.openxmlformats.org/drawingml/2006/main" noGrp="1"/>
          </p:cNvSpPr>
          <p:nvPr/>
        </p:nvSpPr>
        <p:spPr>
          <a:xfrm xmlns:a="http://schemas.openxmlformats.org/drawingml/2006/main">
            <a:off x="3962400" y="23431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12" name="check-dot-11-0">
            <a:extLst xmlns:a="http://schemas.openxmlformats.org/drawingml/2006/main">
              <a:ext uri="{FF2B5EF4-FFF2-40B4-BE49-F238E27FC236}">
                <a16:creationId xmlns:a16="http://schemas.microsoft.com/office/drawing/2014/main" id="{3B38D970-A662-4A4C-A017-FBBBCFB41015}"/>
              </a:ext>
            </a:extLst>
          </p:cNvPr>
          <p:cNvSpPr>
            <a:spLocks xmlns:a="http://schemas.openxmlformats.org/drawingml/2006/main" noGrp="1"/>
          </p:cNvSpPr>
          <p:nvPr/>
        </p:nvSpPr>
        <p:spPr>
          <a:xfrm xmlns:a="http://schemas.openxmlformats.org/drawingml/2006/main">
            <a:off x="4114800" y="24479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3" name="check-mark-11-0">
            <a:extLst xmlns:a="http://schemas.openxmlformats.org/drawingml/2006/main">
              <a:ext uri="{FF2B5EF4-FFF2-40B4-BE49-F238E27FC236}">
                <a16:creationId xmlns:a16="http://schemas.microsoft.com/office/drawing/2014/main" id="{D7DA957F-9607-4FCF-869E-AEB76B68D244}"/>
              </a:ext>
            </a:extLst>
          </p:cNvPr>
          <p:cNvSpPr>
            <a:spLocks xmlns:a="http://schemas.openxmlformats.org/drawingml/2006/main" noGrp="1"/>
          </p:cNvSpPr>
          <p:nvPr/>
        </p:nvSpPr>
        <p:spPr>
          <a:xfrm xmlns:a="http://schemas.openxmlformats.org/drawingml/2006/main">
            <a:off x="4114800" y="24384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4" name="check-text-11-0">
            <a:extLst xmlns:a="http://schemas.openxmlformats.org/drawingml/2006/main">
              <a:ext uri="{FF2B5EF4-FFF2-40B4-BE49-F238E27FC236}">
                <a16:creationId xmlns:a16="http://schemas.microsoft.com/office/drawing/2014/main" id="{6BC13F19-51FD-4FC2-9BAB-81B396724A6F}"/>
              </a:ext>
            </a:extLst>
          </p:cNvPr>
          <p:cNvSpPr>
            <a:spLocks xmlns:a="http://schemas.openxmlformats.org/drawingml/2006/main" noGrp="1"/>
          </p:cNvSpPr>
          <p:nvPr/>
        </p:nvSpPr>
        <p:spPr>
          <a:xfrm xmlns:a="http://schemas.openxmlformats.org/drawingml/2006/main">
            <a:off x="4495800" y="23812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対象となる安全な資料を指定</a:t>
            </a:r>
          </a:p>
        </p:txBody>
      </p:sp>
      <p:sp>
        <p:nvSpPr>
          <p:cNvPr id="15" name="check-row-11-1">
            <a:extLst xmlns:a="http://schemas.openxmlformats.org/drawingml/2006/main">
              <a:ext uri="{FF2B5EF4-FFF2-40B4-BE49-F238E27FC236}">
                <a16:creationId xmlns:a16="http://schemas.microsoft.com/office/drawing/2014/main" id="{7E602F6D-A203-428B-847F-8DF335DAA7C5}"/>
              </a:ext>
            </a:extLst>
          </p:cNvPr>
          <p:cNvSpPr>
            <a:spLocks xmlns:a="http://schemas.openxmlformats.org/drawingml/2006/main" noGrp="1"/>
          </p:cNvSpPr>
          <p:nvPr/>
        </p:nvSpPr>
        <p:spPr>
          <a:xfrm xmlns:a="http://schemas.openxmlformats.org/drawingml/2006/main">
            <a:off x="3962400" y="28575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16" name="check-dot-11-1">
            <a:extLst xmlns:a="http://schemas.openxmlformats.org/drawingml/2006/main">
              <a:ext uri="{FF2B5EF4-FFF2-40B4-BE49-F238E27FC236}">
                <a16:creationId xmlns:a16="http://schemas.microsoft.com/office/drawing/2014/main" id="{5CD87F38-6F83-46CA-8140-01BE227A6555}"/>
              </a:ext>
            </a:extLst>
          </p:cNvPr>
          <p:cNvSpPr>
            <a:spLocks xmlns:a="http://schemas.openxmlformats.org/drawingml/2006/main" noGrp="1"/>
          </p:cNvSpPr>
          <p:nvPr/>
        </p:nvSpPr>
        <p:spPr>
          <a:xfrm xmlns:a="http://schemas.openxmlformats.org/drawingml/2006/main">
            <a:off x="4114800" y="29622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7" name="check-mark-11-1">
            <a:extLst xmlns:a="http://schemas.openxmlformats.org/drawingml/2006/main">
              <a:ext uri="{FF2B5EF4-FFF2-40B4-BE49-F238E27FC236}">
                <a16:creationId xmlns:a16="http://schemas.microsoft.com/office/drawing/2014/main" id="{85A308A9-54DD-404A-A516-5BC7295D4ECB}"/>
              </a:ext>
            </a:extLst>
          </p:cNvPr>
          <p:cNvSpPr>
            <a:spLocks xmlns:a="http://schemas.openxmlformats.org/drawingml/2006/main" noGrp="1"/>
          </p:cNvSpPr>
          <p:nvPr/>
        </p:nvSpPr>
        <p:spPr>
          <a:xfrm xmlns:a="http://schemas.openxmlformats.org/drawingml/2006/main">
            <a:off x="4114800" y="29527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8" name="check-text-11-1">
            <a:extLst xmlns:a="http://schemas.openxmlformats.org/drawingml/2006/main">
              <a:ext uri="{FF2B5EF4-FFF2-40B4-BE49-F238E27FC236}">
                <a16:creationId xmlns:a16="http://schemas.microsoft.com/office/drawing/2014/main" id="{C5570AD7-3263-4D61-8853-473AF4B5EC5F}"/>
              </a:ext>
            </a:extLst>
          </p:cNvPr>
          <p:cNvSpPr>
            <a:spLocks xmlns:a="http://schemas.openxmlformats.org/drawingml/2006/main" noGrp="1"/>
          </p:cNvSpPr>
          <p:nvPr/>
        </p:nvSpPr>
        <p:spPr>
          <a:xfrm xmlns:a="http://schemas.openxmlformats.org/drawingml/2006/main">
            <a:off x="4495800" y="28956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残す項目を列挙</a:t>
            </a:r>
          </a:p>
        </p:txBody>
      </p:sp>
      <p:sp>
        <p:nvSpPr>
          <p:cNvPr id="19" name="check-row-11-2">
            <a:extLst xmlns:a="http://schemas.openxmlformats.org/drawingml/2006/main">
              <a:ext uri="{FF2B5EF4-FFF2-40B4-BE49-F238E27FC236}">
                <a16:creationId xmlns:a16="http://schemas.microsoft.com/office/drawing/2014/main" id="{9CE5C41D-64EE-4503-9D7C-A3B8A7784C81}"/>
              </a:ext>
            </a:extLst>
          </p:cNvPr>
          <p:cNvSpPr>
            <a:spLocks xmlns:a="http://schemas.openxmlformats.org/drawingml/2006/main" noGrp="1"/>
          </p:cNvSpPr>
          <p:nvPr/>
        </p:nvSpPr>
        <p:spPr>
          <a:xfrm xmlns:a="http://schemas.openxmlformats.org/drawingml/2006/main">
            <a:off x="3962400" y="33718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0" name="check-dot-11-2">
            <a:extLst xmlns:a="http://schemas.openxmlformats.org/drawingml/2006/main">
              <a:ext uri="{FF2B5EF4-FFF2-40B4-BE49-F238E27FC236}">
                <a16:creationId xmlns:a16="http://schemas.microsoft.com/office/drawing/2014/main" id="{24954154-1428-44D7-99C9-8EA1E59152E2}"/>
              </a:ext>
            </a:extLst>
          </p:cNvPr>
          <p:cNvSpPr>
            <a:spLocks xmlns:a="http://schemas.openxmlformats.org/drawingml/2006/main" noGrp="1"/>
          </p:cNvSpPr>
          <p:nvPr/>
        </p:nvSpPr>
        <p:spPr>
          <a:xfrm xmlns:a="http://schemas.openxmlformats.org/drawingml/2006/main">
            <a:off x="4114800" y="34766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1" name="check-mark-11-2">
            <a:extLst xmlns:a="http://schemas.openxmlformats.org/drawingml/2006/main">
              <a:ext uri="{FF2B5EF4-FFF2-40B4-BE49-F238E27FC236}">
                <a16:creationId xmlns:a16="http://schemas.microsoft.com/office/drawing/2014/main" id="{D848787A-90B7-4BE3-BB7A-DBA2E56F8FC8}"/>
              </a:ext>
            </a:extLst>
          </p:cNvPr>
          <p:cNvSpPr>
            <a:spLocks xmlns:a="http://schemas.openxmlformats.org/drawingml/2006/main" noGrp="1"/>
          </p:cNvSpPr>
          <p:nvPr/>
        </p:nvSpPr>
        <p:spPr>
          <a:xfrm xmlns:a="http://schemas.openxmlformats.org/drawingml/2006/main">
            <a:off x="4114800" y="34671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2" name="check-text-11-2">
            <a:extLst xmlns:a="http://schemas.openxmlformats.org/drawingml/2006/main">
              <a:ext uri="{FF2B5EF4-FFF2-40B4-BE49-F238E27FC236}">
                <a16:creationId xmlns:a16="http://schemas.microsoft.com/office/drawing/2014/main" id="{9DF351E6-9652-47DF-BA49-28562768A375}"/>
              </a:ext>
            </a:extLst>
          </p:cNvPr>
          <p:cNvSpPr>
            <a:spLocks xmlns:a="http://schemas.openxmlformats.org/drawingml/2006/main" noGrp="1"/>
          </p:cNvSpPr>
          <p:nvPr/>
        </p:nvSpPr>
        <p:spPr>
          <a:xfrm xmlns:a="http://schemas.openxmlformats.org/drawingml/2006/main">
            <a:off x="4495800" y="34099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比較軸を固定</a:t>
            </a:r>
          </a:p>
        </p:txBody>
      </p:sp>
      <p:sp>
        <p:nvSpPr>
          <p:cNvPr id="23" name="check-row-11-3">
            <a:extLst xmlns:a="http://schemas.openxmlformats.org/drawingml/2006/main">
              <a:ext uri="{FF2B5EF4-FFF2-40B4-BE49-F238E27FC236}">
                <a16:creationId xmlns:a16="http://schemas.microsoft.com/office/drawing/2014/main" id="{B9496C49-E3AE-4155-ADF9-3EF27627102F}"/>
              </a:ext>
            </a:extLst>
          </p:cNvPr>
          <p:cNvSpPr>
            <a:spLocks xmlns:a="http://schemas.openxmlformats.org/drawingml/2006/main" noGrp="1"/>
          </p:cNvSpPr>
          <p:nvPr/>
        </p:nvSpPr>
        <p:spPr>
          <a:xfrm xmlns:a="http://schemas.openxmlformats.org/drawingml/2006/main">
            <a:off x="3962400" y="38862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24" name="check-dot-11-3">
            <a:extLst xmlns:a="http://schemas.openxmlformats.org/drawingml/2006/main">
              <a:ext uri="{FF2B5EF4-FFF2-40B4-BE49-F238E27FC236}">
                <a16:creationId xmlns:a16="http://schemas.microsoft.com/office/drawing/2014/main" id="{328F31F1-042D-43EE-A23B-71B02E6A0849}"/>
              </a:ext>
            </a:extLst>
          </p:cNvPr>
          <p:cNvSpPr>
            <a:spLocks xmlns:a="http://schemas.openxmlformats.org/drawingml/2006/main" noGrp="1"/>
          </p:cNvSpPr>
          <p:nvPr/>
        </p:nvSpPr>
        <p:spPr>
          <a:xfrm xmlns:a="http://schemas.openxmlformats.org/drawingml/2006/main">
            <a:off x="4114800" y="39909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5" name="check-mark-11-3">
            <a:extLst xmlns:a="http://schemas.openxmlformats.org/drawingml/2006/main">
              <a:ext uri="{FF2B5EF4-FFF2-40B4-BE49-F238E27FC236}">
                <a16:creationId xmlns:a16="http://schemas.microsoft.com/office/drawing/2014/main" id="{81A4E25B-A98F-4981-90B1-FEEE8AC67852}"/>
              </a:ext>
            </a:extLst>
          </p:cNvPr>
          <p:cNvSpPr>
            <a:spLocks xmlns:a="http://schemas.openxmlformats.org/drawingml/2006/main" noGrp="1"/>
          </p:cNvSpPr>
          <p:nvPr/>
        </p:nvSpPr>
        <p:spPr>
          <a:xfrm xmlns:a="http://schemas.openxmlformats.org/drawingml/2006/main">
            <a:off x="4114800" y="39814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6" name="check-text-11-3">
            <a:extLst xmlns:a="http://schemas.openxmlformats.org/drawingml/2006/main">
              <a:ext uri="{FF2B5EF4-FFF2-40B4-BE49-F238E27FC236}">
                <a16:creationId xmlns:a16="http://schemas.microsoft.com/office/drawing/2014/main" id="{01C2E3B3-A99C-44C7-B5FC-2543AFC4DA3F}"/>
              </a:ext>
            </a:extLst>
          </p:cNvPr>
          <p:cNvSpPr>
            <a:spLocks xmlns:a="http://schemas.openxmlformats.org/drawingml/2006/main" noGrp="1"/>
          </p:cNvSpPr>
          <p:nvPr/>
        </p:nvSpPr>
        <p:spPr>
          <a:xfrm xmlns:a="http://schemas.openxmlformats.org/drawingml/2006/main">
            <a:off x="4495800" y="39243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原文の該当箇所を示す</a:t>
            </a:r>
          </a:p>
        </p:txBody>
      </p:sp>
      <p:sp>
        <p:nvSpPr>
          <p:cNvPr id="27" name="check-row-11-4">
            <a:extLst xmlns:a="http://schemas.openxmlformats.org/drawingml/2006/main">
              <a:ext uri="{FF2B5EF4-FFF2-40B4-BE49-F238E27FC236}">
                <a16:creationId xmlns:a16="http://schemas.microsoft.com/office/drawing/2014/main" id="{34708098-6A72-4BF5-A0CC-AC5277786B6C}"/>
              </a:ext>
            </a:extLst>
          </p:cNvPr>
          <p:cNvSpPr>
            <a:spLocks xmlns:a="http://schemas.openxmlformats.org/drawingml/2006/main" noGrp="1"/>
          </p:cNvSpPr>
          <p:nvPr/>
        </p:nvSpPr>
        <p:spPr>
          <a:xfrm xmlns:a="http://schemas.openxmlformats.org/drawingml/2006/main">
            <a:off x="3962400" y="44005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8" name="check-dot-11-4">
            <a:extLst xmlns:a="http://schemas.openxmlformats.org/drawingml/2006/main">
              <a:ext uri="{FF2B5EF4-FFF2-40B4-BE49-F238E27FC236}">
                <a16:creationId xmlns:a16="http://schemas.microsoft.com/office/drawing/2014/main" id="{13D99B97-FEBD-4C19-8902-4BB1CE730019}"/>
              </a:ext>
            </a:extLst>
          </p:cNvPr>
          <p:cNvSpPr>
            <a:spLocks xmlns:a="http://schemas.openxmlformats.org/drawingml/2006/main" noGrp="1"/>
          </p:cNvSpPr>
          <p:nvPr/>
        </p:nvSpPr>
        <p:spPr>
          <a:xfrm xmlns:a="http://schemas.openxmlformats.org/drawingml/2006/main">
            <a:off x="4114800" y="45053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9" name="check-mark-11-4">
            <a:extLst xmlns:a="http://schemas.openxmlformats.org/drawingml/2006/main">
              <a:ext uri="{FF2B5EF4-FFF2-40B4-BE49-F238E27FC236}">
                <a16:creationId xmlns:a16="http://schemas.microsoft.com/office/drawing/2014/main" id="{0544485F-030C-4AB5-88C1-05BB5CA1358C}"/>
              </a:ext>
            </a:extLst>
          </p:cNvPr>
          <p:cNvSpPr>
            <a:spLocks xmlns:a="http://schemas.openxmlformats.org/drawingml/2006/main" noGrp="1"/>
          </p:cNvSpPr>
          <p:nvPr/>
        </p:nvSpPr>
        <p:spPr>
          <a:xfrm xmlns:a="http://schemas.openxmlformats.org/drawingml/2006/main">
            <a:off x="4114800" y="44958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30" name="check-text-11-4">
            <a:extLst xmlns:a="http://schemas.openxmlformats.org/drawingml/2006/main">
              <a:ext uri="{FF2B5EF4-FFF2-40B4-BE49-F238E27FC236}">
                <a16:creationId xmlns:a16="http://schemas.microsoft.com/office/drawing/2014/main" id="{8D9CDD45-38D6-493D-9092-40D1440C206F}"/>
              </a:ext>
            </a:extLst>
          </p:cNvPr>
          <p:cNvSpPr>
            <a:spLocks xmlns:a="http://schemas.openxmlformats.org/drawingml/2006/main" noGrp="1"/>
          </p:cNvSpPr>
          <p:nvPr/>
        </p:nvSpPr>
        <p:spPr>
          <a:xfrm xmlns:a="http://schemas.openxmlformats.org/drawingml/2006/main">
            <a:off x="4495800" y="44386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172B3A"/>
                </a:solidFill>
              </a:defRPr>
            </a:pPr>
            <a:r>
              <a:rPr sz="1575" b="1">
                <a:solidFill>
                  <a:srgbClr val="172B3A"/>
                </a:solidFill>
              </a:rPr>
              <a:t>未確認・解釈を分ける</a:t>
            </a:r>
          </a:p>
        </p:txBody>
      </p:sp>
      <p:sp>
        <p:nvSpPr>
          <p:cNvPr id="31" name="body-callout-11">
            <a:extLst xmlns:a="http://schemas.openxmlformats.org/drawingml/2006/main">
              <a:ext uri="{FF2B5EF4-FFF2-40B4-BE49-F238E27FC236}">
                <a16:creationId xmlns:a16="http://schemas.microsoft.com/office/drawing/2014/main" id="{186C76E5-0EAE-4CB4-96A8-704DA84ECFE4}"/>
              </a:ext>
            </a:extLst>
          </p:cNvPr>
          <p:cNvSpPr>
            <a:spLocks xmlns:a="http://schemas.openxmlformats.org/drawingml/2006/main" noGrp="1"/>
          </p:cNvSpPr>
          <p:nvPr/>
        </p:nvSpPr>
        <p:spPr>
          <a:xfrm xmlns:a="http://schemas.openxmlformats.org/drawingml/2006/main">
            <a:off x="647700" y="525780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2" name="body-text-11">
            <a:extLst xmlns:a="http://schemas.openxmlformats.org/drawingml/2006/main">
              <a:ext uri="{FF2B5EF4-FFF2-40B4-BE49-F238E27FC236}">
                <a16:creationId xmlns:a16="http://schemas.microsoft.com/office/drawing/2014/main" id="{152240F6-45D3-4EC9-BDFC-1BA630DFFF6F}"/>
              </a:ext>
            </a:extLst>
          </p:cNvPr>
          <p:cNvSpPr>
            <a:spLocks xmlns:a="http://schemas.openxmlformats.org/drawingml/2006/main" noGrp="1"/>
          </p:cNvSpPr>
          <p:nvPr/>
        </p:nvSpPr>
        <p:spPr>
          <a:xfrm xmlns:a="http://schemas.openxmlformats.org/drawingml/2006/main">
            <a:off x="819150" y="530542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要約は原文の代替ではない。重要判断では該当箇所へ戻る</a:t>
            </a:r>
          </a:p>
        </p:txBody>
      </p:sp>
      <p:sp>
        <p:nvSpPr>
          <p:cNvPr id="33" name="footer-rule-11">
            <a:extLst xmlns:a="http://schemas.openxmlformats.org/drawingml/2006/main">
              <a:ext uri="{FF2B5EF4-FFF2-40B4-BE49-F238E27FC236}">
                <a16:creationId xmlns:a16="http://schemas.microsoft.com/office/drawing/2014/main" id="{3F6A3C75-B625-4328-BA9B-E23DFD42E581}"/>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4" name="footer-source-11">
            <a:extLst xmlns:a="http://schemas.openxmlformats.org/drawingml/2006/main">
              <a:ext uri="{FF2B5EF4-FFF2-40B4-BE49-F238E27FC236}">
                <a16:creationId xmlns:a16="http://schemas.microsoft.com/office/drawing/2014/main" id="{5C344883-B683-43BB-8D28-4B75B3F8FB83}"/>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[3] [4] [6]｜基準日 2026年8月27日｜v1.0.0</a:t>
            </a:r>
          </a:p>
        </p:txBody>
      </p:sp>
      <p:sp>
        <p:nvSpPr>
          <p:cNvPr id="35" name="footer-no-11">
            <a:extLst xmlns:a="http://schemas.openxmlformats.org/drawingml/2006/main">
              <a:ext uri="{FF2B5EF4-FFF2-40B4-BE49-F238E27FC236}">
                <a16:creationId xmlns:a16="http://schemas.microsoft.com/office/drawing/2014/main" id="{4D8B0199-3AC6-47A4-BADC-D11090532BE2}"/>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11 / 20</a:t>
            </a:r>
          </a:p>
        </p:txBody>
      </p:sp>
    </p:spTree>
    <p:extLst>
      <p:ext uri="{BB962C8B-B14F-4D97-AF65-F5344CB8AC3E}">
        <p14:creationId xmlns:p14="http://schemas.microsoft.com/office/powerpoint/2010/main" val="665724296"/>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12">
            <a:extLst xmlns:a="http://schemas.openxmlformats.org/drawingml/2006/main">
              <a:ext uri="{FF2B5EF4-FFF2-40B4-BE49-F238E27FC236}">
                <a16:creationId xmlns:a16="http://schemas.microsoft.com/office/drawing/2014/main" id="{037E685F-282F-4597-933C-77E8C867B91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2">
            <a:extLst xmlns:a="http://schemas.openxmlformats.org/drawingml/2006/main">
              <a:ext uri="{FF2B5EF4-FFF2-40B4-BE49-F238E27FC236}">
                <a16:creationId xmlns:a16="http://schemas.microsoft.com/office/drawing/2014/main" id="{DDA847AC-82EC-4D71-B01B-6E82F509146F}"/>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出典確認</a:t>
            </a:r>
          </a:p>
        </p:txBody>
      </p:sp>
      <p:sp>
        <p:nvSpPr>
          <p:cNvPr id="3" name="label-12">
            <a:extLst xmlns:a="http://schemas.openxmlformats.org/drawingml/2006/main">
              <a:ext uri="{FF2B5EF4-FFF2-40B4-BE49-F238E27FC236}">
                <a16:creationId xmlns:a16="http://schemas.microsoft.com/office/drawing/2014/main" id="{01BF416D-4B3E-4186-905B-1BCE09F17FC0}"/>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12">
            <a:extLst xmlns:a="http://schemas.openxmlformats.org/drawingml/2006/main">
              <a:ext uri="{FF2B5EF4-FFF2-40B4-BE49-F238E27FC236}">
                <a16:creationId xmlns:a16="http://schemas.microsoft.com/office/drawing/2014/main" id="{C03F1157-8E6C-442B-9C40-0ED3F29BB8D5}"/>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調査は一次資料を開いて完了する</a:t>
            </a:r>
          </a:p>
        </p:txBody>
      </p:sp>
      <p:sp>
        <p:nvSpPr>
          <p:cNvPr id="5" name="title-rule-12">
            <a:extLst xmlns:a="http://schemas.openxmlformats.org/drawingml/2006/main">
              <a:ext uri="{FF2B5EF4-FFF2-40B4-BE49-F238E27FC236}">
                <a16:creationId xmlns:a16="http://schemas.microsoft.com/office/drawing/2014/main" id="{BBED95FF-B28E-4CC1-AF59-3A672D33DC6E}"/>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2">
            <a:extLst xmlns:a="http://schemas.openxmlformats.org/drawingml/2006/main">
              <a:ext uri="{FF2B5EF4-FFF2-40B4-BE49-F238E27FC236}">
                <a16:creationId xmlns:a16="http://schemas.microsoft.com/office/drawing/2014/main" id="{AC81EFEE-628D-4973-A89D-FA8EA52BBE16}"/>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AIが示したリンクや引用だけで確認済みにしない。発行者・日付・該当箇所を原資料で照合する。</a:t>
            </a:r>
          </a:p>
        </p:txBody>
      </p:sp>
      <p:sp>
        <p:nvSpPr>
          <p:cNvPr id="7" name="step-arrow-12-0">
            <a:extLst xmlns:a="http://schemas.openxmlformats.org/drawingml/2006/main">
              <a:ext uri="{FF2B5EF4-FFF2-40B4-BE49-F238E27FC236}">
                <a16:creationId xmlns:a16="http://schemas.microsoft.com/office/drawing/2014/main" id="{9C41F4D3-5EFE-4597-90CD-04B819262F58}"/>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2-1">
            <a:extLst xmlns:a="http://schemas.openxmlformats.org/drawingml/2006/main">
              <a:ext uri="{FF2B5EF4-FFF2-40B4-BE49-F238E27FC236}">
                <a16:creationId xmlns:a16="http://schemas.microsoft.com/office/drawing/2014/main" id="{3EDEEFC0-3253-4726-B3FE-8617522D21E8}"/>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12-2">
            <a:extLst xmlns:a="http://schemas.openxmlformats.org/drawingml/2006/main">
              <a:ext uri="{FF2B5EF4-FFF2-40B4-BE49-F238E27FC236}">
                <a16:creationId xmlns:a16="http://schemas.microsoft.com/office/drawing/2014/main" id="{037BCEDD-9EEE-46A4-8039-78E84B9F2A1C}"/>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12-0">
            <a:extLst xmlns:a="http://schemas.openxmlformats.org/drawingml/2006/main">
              <a:ext uri="{FF2B5EF4-FFF2-40B4-BE49-F238E27FC236}">
                <a16:creationId xmlns:a16="http://schemas.microsoft.com/office/drawing/2014/main" id="{2BF152BF-BF2E-4B9F-A988-CACE3106705C}"/>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12-0">
            <a:extLst xmlns:a="http://schemas.openxmlformats.org/drawingml/2006/main">
              <a:ext uri="{FF2B5EF4-FFF2-40B4-BE49-F238E27FC236}">
                <a16:creationId xmlns:a16="http://schemas.microsoft.com/office/drawing/2014/main" id="{8C5BD884-3D25-4454-BF7E-6B8B744459ED}"/>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12-0">
            <a:extLst xmlns:a="http://schemas.openxmlformats.org/drawingml/2006/main">
              <a:ext uri="{FF2B5EF4-FFF2-40B4-BE49-F238E27FC236}">
                <a16:creationId xmlns:a16="http://schemas.microsoft.com/office/drawing/2014/main" id="{2CFB4821-2D67-4F31-B348-1BA6FA8A46B4}"/>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12-0">
            <a:extLst xmlns:a="http://schemas.openxmlformats.org/drawingml/2006/main">
              <a:ext uri="{FF2B5EF4-FFF2-40B4-BE49-F238E27FC236}">
                <a16:creationId xmlns:a16="http://schemas.microsoft.com/office/drawing/2014/main" id="{F8E75254-AFAD-40C4-A34D-77ED2B9BBDE2}"/>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候補を得る</a:t>
            </a:r>
          </a:p>
        </p:txBody>
      </p:sp>
      <p:sp>
        <p:nvSpPr>
          <p:cNvPr id="14" name="step-rule-12-0">
            <a:extLst xmlns:a="http://schemas.openxmlformats.org/drawingml/2006/main">
              <a:ext uri="{FF2B5EF4-FFF2-40B4-BE49-F238E27FC236}">
                <a16:creationId xmlns:a16="http://schemas.microsoft.com/office/drawing/2014/main" id="{F6A21E98-C923-4252-9031-5BA20FEFE5F6}"/>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12-0">
            <a:extLst xmlns:a="http://schemas.openxmlformats.org/drawingml/2006/main">
              <a:ext uri="{FF2B5EF4-FFF2-40B4-BE49-F238E27FC236}">
                <a16:creationId xmlns:a16="http://schemas.microsoft.com/office/drawing/2014/main" id="{5D6BA83E-C571-42E3-8734-EA69FCA2F783}"/>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AIへ出典候補を求める</a:t>
            </a:r>
          </a:p>
        </p:txBody>
      </p:sp>
      <p:sp>
        <p:nvSpPr>
          <p:cNvPr id="16" name="step-card-12-1">
            <a:extLst xmlns:a="http://schemas.openxmlformats.org/drawingml/2006/main">
              <a:ext uri="{FF2B5EF4-FFF2-40B4-BE49-F238E27FC236}">
                <a16:creationId xmlns:a16="http://schemas.microsoft.com/office/drawing/2014/main" id="{F710B2F0-C9C8-497C-8148-0A0E6EAA9A4A}"/>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12-1">
            <a:extLst xmlns:a="http://schemas.openxmlformats.org/drawingml/2006/main">
              <a:ext uri="{FF2B5EF4-FFF2-40B4-BE49-F238E27FC236}">
                <a16:creationId xmlns:a16="http://schemas.microsoft.com/office/drawing/2014/main" id="{97EEF784-F3A0-4BA8-86CE-ABC8AC261D1A}"/>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12-1">
            <a:extLst xmlns:a="http://schemas.openxmlformats.org/drawingml/2006/main">
              <a:ext uri="{FF2B5EF4-FFF2-40B4-BE49-F238E27FC236}">
                <a16:creationId xmlns:a16="http://schemas.microsoft.com/office/drawing/2014/main" id="{73F19716-0A37-428A-B463-0338A5617EB3}"/>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12-1">
            <a:extLst xmlns:a="http://schemas.openxmlformats.org/drawingml/2006/main">
              <a:ext uri="{FF2B5EF4-FFF2-40B4-BE49-F238E27FC236}">
                <a16:creationId xmlns:a16="http://schemas.microsoft.com/office/drawing/2014/main" id="{5D93784B-A6EA-420C-A30B-968925B0AF87}"/>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原資料を開く</a:t>
            </a:r>
          </a:p>
        </p:txBody>
      </p:sp>
      <p:sp>
        <p:nvSpPr>
          <p:cNvPr id="20" name="step-rule-12-1">
            <a:extLst xmlns:a="http://schemas.openxmlformats.org/drawingml/2006/main">
              <a:ext uri="{FF2B5EF4-FFF2-40B4-BE49-F238E27FC236}">
                <a16:creationId xmlns:a16="http://schemas.microsoft.com/office/drawing/2014/main" id="{0093915D-77E3-413B-A548-12E2FF6FC9B2}"/>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12-1">
            <a:extLst xmlns:a="http://schemas.openxmlformats.org/drawingml/2006/main">
              <a:ext uri="{FF2B5EF4-FFF2-40B4-BE49-F238E27FC236}">
                <a16:creationId xmlns:a16="http://schemas.microsoft.com/office/drawing/2014/main" id="{16E852B0-2D02-40F1-95CA-97811D466F3C}"/>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公式ドメイン・文書本体を確認</a:t>
            </a:r>
          </a:p>
        </p:txBody>
      </p:sp>
      <p:sp>
        <p:nvSpPr>
          <p:cNvPr id="22" name="step-card-12-2">
            <a:extLst xmlns:a="http://schemas.openxmlformats.org/drawingml/2006/main">
              <a:ext uri="{FF2B5EF4-FFF2-40B4-BE49-F238E27FC236}">
                <a16:creationId xmlns:a16="http://schemas.microsoft.com/office/drawing/2014/main" id="{9316963F-59BB-470D-9BB9-C64E93E63EC9}"/>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12-2">
            <a:extLst xmlns:a="http://schemas.openxmlformats.org/drawingml/2006/main">
              <a:ext uri="{FF2B5EF4-FFF2-40B4-BE49-F238E27FC236}">
                <a16:creationId xmlns:a16="http://schemas.microsoft.com/office/drawing/2014/main" id="{8640C4D9-CFF0-425D-B58F-A19BDD71EE72}"/>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12-2">
            <a:extLst xmlns:a="http://schemas.openxmlformats.org/drawingml/2006/main">
              <a:ext uri="{FF2B5EF4-FFF2-40B4-BE49-F238E27FC236}">
                <a16:creationId xmlns:a16="http://schemas.microsoft.com/office/drawing/2014/main" id="{E40F6624-7A9B-4E75-957B-D03521DE2EF6}"/>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12-2">
            <a:extLst xmlns:a="http://schemas.openxmlformats.org/drawingml/2006/main">
              <a:ext uri="{FF2B5EF4-FFF2-40B4-BE49-F238E27FC236}">
                <a16:creationId xmlns:a16="http://schemas.microsoft.com/office/drawing/2014/main" id="{CB874A06-FF8A-4F51-B04D-C94EA5FF895C}"/>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該当箇所を読む</a:t>
            </a:r>
          </a:p>
        </p:txBody>
      </p:sp>
      <p:sp>
        <p:nvSpPr>
          <p:cNvPr id="26" name="step-rule-12-2">
            <a:extLst xmlns:a="http://schemas.openxmlformats.org/drawingml/2006/main">
              <a:ext uri="{FF2B5EF4-FFF2-40B4-BE49-F238E27FC236}">
                <a16:creationId xmlns:a16="http://schemas.microsoft.com/office/drawing/2014/main" id="{8377F46D-596D-4363-BFA6-40688C36C3C0}"/>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12-2">
            <a:extLst xmlns:a="http://schemas.openxmlformats.org/drawingml/2006/main">
              <a:ext uri="{FF2B5EF4-FFF2-40B4-BE49-F238E27FC236}">
                <a16:creationId xmlns:a16="http://schemas.microsoft.com/office/drawing/2014/main" id="{EE89A4FB-3A85-4B95-8C28-78317E9978CB}"/>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発行日・版・前後の文脈</a:t>
            </a:r>
          </a:p>
        </p:txBody>
      </p:sp>
      <p:sp>
        <p:nvSpPr>
          <p:cNvPr id="28" name="step-card-12-3">
            <a:extLst xmlns:a="http://schemas.openxmlformats.org/drawingml/2006/main">
              <a:ext uri="{FF2B5EF4-FFF2-40B4-BE49-F238E27FC236}">
                <a16:creationId xmlns:a16="http://schemas.microsoft.com/office/drawing/2014/main" id="{E806CB69-2648-4DBD-857F-C887EDB05AD8}"/>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12-3">
            <a:extLst xmlns:a="http://schemas.openxmlformats.org/drawingml/2006/main">
              <a:ext uri="{FF2B5EF4-FFF2-40B4-BE49-F238E27FC236}">
                <a16:creationId xmlns:a16="http://schemas.microsoft.com/office/drawing/2014/main" id="{8C87BE28-FD38-4D46-B53B-8EB5875D280D}"/>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12-3">
            <a:extLst xmlns:a="http://schemas.openxmlformats.org/drawingml/2006/main">
              <a:ext uri="{FF2B5EF4-FFF2-40B4-BE49-F238E27FC236}">
                <a16:creationId xmlns:a16="http://schemas.microsoft.com/office/drawing/2014/main" id="{5D72FAA6-A041-4914-90F3-70F88CCFDDC5}"/>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12-3">
            <a:extLst xmlns:a="http://schemas.openxmlformats.org/drawingml/2006/main">
              <a:ext uri="{FF2B5EF4-FFF2-40B4-BE49-F238E27FC236}">
                <a16:creationId xmlns:a16="http://schemas.microsoft.com/office/drawing/2014/main" id="{D6F52F66-6181-46AE-A973-D73E3860E3CB}"/>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記録する</a:t>
            </a:r>
          </a:p>
        </p:txBody>
      </p:sp>
      <p:sp>
        <p:nvSpPr>
          <p:cNvPr id="32" name="step-rule-12-3">
            <a:extLst xmlns:a="http://schemas.openxmlformats.org/drawingml/2006/main">
              <a:ext uri="{FF2B5EF4-FFF2-40B4-BE49-F238E27FC236}">
                <a16:creationId xmlns:a16="http://schemas.microsoft.com/office/drawing/2014/main" id="{3C69CA41-4D7B-4C4F-A50E-D5F42F53324D}"/>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12-3">
            <a:extLst xmlns:a="http://schemas.openxmlformats.org/drawingml/2006/main">
              <a:ext uri="{FF2B5EF4-FFF2-40B4-BE49-F238E27FC236}">
                <a16:creationId xmlns:a16="http://schemas.microsoft.com/office/drawing/2014/main" id="{99B97D7D-C1AE-4401-B344-4DD1D85E2F9D}"/>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URL・確認日・locator・未確認</a:t>
            </a:r>
          </a:p>
        </p:txBody>
      </p:sp>
      <p:sp>
        <p:nvSpPr>
          <p:cNvPr id="34" name="body-callout-12">
            <a:extLst xmlns:a="http://schemas.openxmlformats.org/drawingml/2006/main">
              <a:ext uri="{FF2B5EF4-FFF2-40B4-BE49-F238E27FC236}">
                <a16:creationId xmlns:a16="http://schemas.microsoft.com/office/drawing/2014/main" id="{19B84A79-9EC4-4BCC-9F67-B01BDB244EFE}"/>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12">
            <a:extLst xmlns:a="http://schemas.openxmlformats.org/drawingml/2006/main">
              <a:ext uri="{FF2B5EF4-FFF2-40B4-BE49-F238E27FC236}">
                <a16:creationId xmlns:a16="http://schemas.microsoft.com/office/drawing/2014/main" id="{60C156D6-FA0B-418B-92E2-3700F0792F96}"/>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根拠が見つからなければ、確認済みの事実として使わない</a:t>
            </a:r>
          </a:p>
        </p:txBody>
      </p:sp>
      <p:sp>
        <p:nvSpPr>
          <p:cNvPr id="36" name="footer-rule-12">
            <a:extLst xmlns:a="http://schemas.openxmlformats.org/drawingml/2006/main">
              <a:ext uri="{FF2B5EF4-FFF2-40B4-BE49-F238E27FC236}">
                <a16:creationId xmlns:a16="http://schemas.microsoft.com/office/drawing/2014/main" id="{81AB2F68-FB33-4F37-A4AD-EE923A18ED54}"/>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12">
            <a:extLst xmlns:a="http://schemas.openxmlformats.org/drawingml/2006/main">
              <a:ext uri="{FF2B5EF4-FFF2-40B4-BE49-F238E27FC236}">
                <a16:creationId xmlns:a16="http://schemas.microsoft.com/office/drawing/2014/main" id="{EC8FF031-9D0C-480D-8E4E-C7AEA9EE464A}"/>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[3] [5]｜基準日 2026年8月27日｜v1.0.0</a:t>
            </a:r>
          </a:p>
        </p:txBody>
      </p:sp>
      <p:sp>
        <p:nvSpPr>
          <p:cNvPr id="38" name="footer-no-12">
            <a:extLst xmlns:a="http://schemas.openxmlformats.org/drawingml/2006/main">
              <a:ext uri="{FF2B5EF4-FFF2-40B4-BE49-F238E27FC236}">
                <a16:creationId xmlns:a16="http://schemas.microsoft.com/office/drawing/2014/main" id="{B0B21345-D213-4AA4-BCDD-4954D77D824A}"/>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12 / 20</a:t>
            </a:r>
          </a:p>
        </p:txBody>
      </p:sp>
    </p:spTree>
    <p:extLst>
      <p:ext uri="{BB962C8B-B14F-4D97-AF65-F5344CB8AC3E}">
        <p14:creationId xmlns:p14="http://schemas.microsoft.com/office/powerpoint/2010/main" val="430329603"/>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6" name="accent-13">
            <a:extLst xmlns:a="http://schemas.openxmlformats.org/drawingml/2006/main">
              <a:ext uri="{FF2B5EF4-FFF2-40B4-BE49-F238E27FC236}">
                <a16:creationId xmlns:a16="http://schemas.microsoft.com/office/drawing/2014/main" id="{D8AD4871-B5C3-4F50-8DA4-EE2DBFE5B5C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3">
            <a:extLst xmlns:a="http://schemas.openxmlformats.org/drawingml/2006/main">
              <a:ext uri="{FF2B5EF4-FFF2-40B4-BE49-F238E27FC236}">
                <a16:creationId xmlns:a16="http://schemas.microsoft.com/office/drawing/2014/main" id="{CB7E5E2F-E93A-4615-B2C5-7D1F6C853BD1}"/>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AIの限界</a:t>
            </a:r>
          </a:p>
        </p:txBody>
      </p:sp>
      <p:sp>
        <p:nvSpPr>
          <p:cNvPr id="3" name="label-13">
            <a:extLst xmlns:a="http://schemas.openxmlformats.org/drawingml/2006/main">
              <a:ext uri="{FF2B5EF4-FFF2-40B4-BE49-F238E27FC236}">
                <a16:creationId xmlns:a16="http://schemas.microsoft.com/office/drawing/2014/main" id="{3B88D102-2931-4E4B-9618-FDDA037799CF}"/>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製品上の限界</a:t>
            </a:r>
          </a:p>
        </p:txBody>
      </p:sp>
      <p:sp>
        <p:nvSpPr>
          <p:cNvPr id="4" name="title-13">
            <a:extLst xmlns:a="http://schemas.openxmlformats.org/drawingml/2006/main">
              <a:ext uri="{FF2B5EF4-FFF2-40B4-BE49-F238E27FC236}">
                <a16:creationId xmlns:a16="http://schemas.microsoft.com/office/drawing/2014/main" id="{80FEFFFB-8137-4541-BA92-B1DD825E89F8}"/>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自然な文章でも間違うことがある</a:t>
            </a:r>
          </a:p>
        </p:txBody>
      </p:sp>
      <p:sp>
        <p:nvSpPr>
          <p:cNvPr id="5" name="title-rule-13">
            <a:extLst xmlns:a="http://schemas.openxmlformats.org/drawingml/2006/main">
              <a:ext uri="{FF2B5EF4-FFF2-40B4-BE49-F238E27FC236}">
                <a16:creationId xmlns:a16="http://schemas.microsoft.com/office/drawing/2014/main" id="{8900D9B1-F21C-4DB2-B96C-502CCB3D4662}"/>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3">
            <a:extLst xmlns:a="http://schemas.openxmlformats.org/drawingml/2006/main">
              <a:ext uri="{FF2B5EF4-FFF2-40B4-BE49-F238E27FC236}">
                <a16:creationId xmlns:a16="http://schemas.microsoft.com/office/drawing/2014/main" id="{9AAEB68D-A523-412A-A4D4-373A19E07847}"/>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自信のある語調、具体的な数字、引用の形は、正しさの証明にならない。</a:t>
            </a:r>
          </a:p>
        </p:txBody>
      </p:sp>
      <p:sp>
        <p:nvSpPr>
          <p:cNvPr id="7" name="check-focus-13">
            <a:extLst xmlns:a="http://schemas.openxmlformats.org/drawingml/2006/main">
              <a:ext uri="{FF2B5EF4-FFF2-40B4-BE49-F238E27FC236}">
                <a16:creationId xmlns:a16="http://schemas.microsoft.com/office/drawing/2014/main" id="{EA7E6BD9-4A7E-46E4-B548-8F1051249C83}"/>
              </a:ext>
            </a:extLst>
          </p:cNvPr>
          <p:cNvSpPr>
            <a:spLocks xmlns:a="http://schemas.openxmlformats.org/drawingml/2006/main" noGrp="1"/>
          </p:cNvSpPr>
          <p:nvPr/>
        </p:nvSpPr>
        <p:spPr>
          <a:xfrm xmlns:a="http://schemas.openxmlformats.org/drawingml/2006/main">
            <a:off x="647700" y="2343150"/>
            <a:ext cx="2990850" cy="2628900"/>
          </a:xfrm>
          <a:prstGeom xmlns:a="http://schemas.openxmlformats.org/drawingml/2006/main" prst="roundRect">
            <a:avLst>
              <a:gd name="adj" fmla="val 5797"/>
            </a:avLst>
          </a:prstGeom>
          <a:solidFill xmlns:a="http://schemas.openxmlformats.org/drawingml/2006/main">
            <a:srgbClr val="064E4A"/>
          </a:solidFill>
          <a:ln xmlns:a="http://schemas.openxmlformats.org/drawingml/2006/main" w="0">
            <a:solidFill>
              <a:srgbClr val="064E4A"/>
            </a:solidFill>
            <a:prstDash val="solid"/>
          </a:ln>
        </p:spPr>
      </p:sp>
      <p:sp>
        <p:nvSpPr>
          <p:cNvPr id="8" name="check-focus-kicker-13">
            <a:extLst xmlns:a="http://schemas.openxmlformats.org/drawingml/2006/main">
              <a:ext uri="{FF2B5EF4-FFF2-40B4-BE49-F238E27FC236}">
                <a16:creationId xmlns:a16="http://schemas.microsoft.com/office/drawing/2014/main" id="{B30E6E14-124D-41EA-91A5-F49BCFD6EFE5}"/>
              </a:ext>
            </a:extLst>
          </p:cNvPr>
          <p:cNvSpPr>
            <a:spLocks xmlns:a="http://schemas.openxmlformats.org/drawingml/2006/main" noGrp="1"/>
          </p:cNvSpPr>
          <p:nvPr/>
        </p:nvSpPr>
        <p:spPr>
          <a:xfrm xmlns:a="http://schemas.openxmlformats.org/drawingml/2006/main">
            <a:off x="895350" y="26289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BDE8E2"/>
                </a:solidFill>
              </a:defRPr>
            </a:pPr>
            <a:r>
              <a:rPr sz="1350" b="1">
                <a:solidFill>
                  <a:srgbClr val="BDE8E2"/>
                </a:solidFill>
              </a:rPr>
              <a:t>CHECK</a:t>
            </a:r>
          </a:p>
        </p:txBody>
      </p:sp>
      <p:sp>
        <p:nvSpPr>
          <p:cNvPr id="9" name="check-focus-text-13">
            <a:extLst xmlns:a="http://schemas.openxmlformats.org/drawingml/2006/main">
              <a:ext uri="{FF2B5EF4-FFF2-40B4-BE49-F238E27FC236}">
                <a16:creationId xmlns:a16="http://schemas.microsoft.com/office/drawing/2014/main" id="{BC489258-C497-41A6-8DC0-2682DAABF26C}"/>
              </a:ext>
            </a:extLst>
          </p:cNvPr>
          <p:cNvSpPr>
            <a:spLocks xmlns:a="http://schemas.openxmlformats.org/drawingml/2006/main" noGrp="1"/>
          </p:cNvSpPr>
          <p:nvPr/>
        </p:nvSpPr>
        <p:spPr>
          <a:xfrm xmlns:a="http://schemas.openxmlformats.org/drawingml/2006/main">
            <a:off x="895350" y="3124200"/>
            <a:ext cx="24384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850" b="1">
                <a:solidFill>
                  <a:srgbClr val="FFFFFF"/>
                </a:solidFill>
              </a:defRPr>
            </a:pPr>
            <a:r>
              <a:rPr sz="2850" b="1">
                <a:solidFill>
                  <a:srgbClr val="FFFFFF"/>
                </a:solidFill>
              </a:rPr>
              <a:t>形より根拠</a:t>
            </a:r>
          </a:p>
        </p:txBody>
      </p:sp>
      <p:sp>
        <p:nvSpPr>
          <p:cNvPr id="10" name="check-focus-note-13">
            <a:extLst xmlns:a="http://schemas.openxmlformats.org/drawingml/2006/main">
              <a:ext uri="{FF2B5EF4-FFF2-40B4-BE49-F238E27FC236}">
                <a16:creationId xmlns:a16="http://schemas.microsoft.com/office/drawing/2014/main" id="{15AC2A7F-C0F8-4426-B2D7-49A12CFF4D25}"/>
              </a:ext>
            </a:extLst>
          </p:cNvPr>
          <p:cNvSpPr>
            <a:spLocks xmlns:a="http://schemas.openxmlformats.org/drawingml/2006/main" noGrp="1"/>
          </p:cNvSpPr>
          <p:nvPr/>
        </p:nvSpPr>
        <p:spPr>
          <a:xfrm xmlns:a="http://schemas.openxmlformats.org/drawingml/2006/main">
            <a:off x="895350" y="4419600"/>
            <a:ext cx="2428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0">
                <a:solidFill>
                  <a:srgbClr val="D4EFEB"/>
                </a:solidFill>
              </a:defRPr>
            </a:pPr>
            <a:r>
              <a:rPr sz="1200" b="0">
                <a:solidFill>
                  <a:srgbClr val="D4EFEB"/>
                </a:solidFill>
              </a:rPr>
              <a:t>表示が整っていても、内容の正しさは別に確認する</a:t>
            </a:r>
          </a:p>
        </p:txBody>
      </p:sp>
      <p:sp>
        <p:nvSpPr>
          <p:cNvPr id="11" name="check-row-13-0">
            <a:extLst xmlns:a="http://schemas.openxmlformats.org/drawingml/2006/main">
              <a:ext uri="{FF2B5EF4-FFF2-40B4-BE49-F238E27FC236}">
                <a16:creationId xmlns:a16="http://schemas.microsoft.com/office/drawing/2014/main" id="{E31DFE6E-3E4E-47AA-8F82-976966500846}"/>
              </a:ext>
            </a:extLst>
          </p:cNvPr>
          <p:cNvSpPr>
            <a:spLocks xmlns:a="http://schemas.openxmlformats.org/drawingml/2006/main" noGrp="1"/>
          </p:cNvSpPr>
          <p:nvPr/>
        </p:nvSpPr>
        <p:spPr>
          <a:xfrm xmlns:a="http://schemas.openxmlformats.org/drawingml/2006/main">
            <a:off x="3962400" y="23431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12" name="check-dot-13-0">
            <a:extLst xmlns:a="http://schemas.openxmlformats.org/drawingml/2006/main">
              <a:ext uri="{FF2B5EF4-FFF2-40B4-BE49-F238E27FC236}">
                <a16:creationId xmlns:a16="http://schemas.microsoft.com/office/drawing/2014/main" id="{E41E1F10-3B77-46FF-8976-1B86087D65C8}"/>
              </a:ext>
            </a:extLst>
          </p:cNvPr>
          <p:cNvSpPr>
            <a:spLocks xmlns:a="http://schemas.openxmlformats.org/drawingml/2006/main" noGrp="1"/>
          </p:cNvSpPr>
          <p:nvPr/>
        </p:nvSpPr>
        <p:spPr>
          <a:xfrm xmlns:a="http://schemas.openxmlformats.org/drawingml/2006/main">
            <a:off x="4114800" y="24479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3" name="check-mark-13-0">
            <a:extLst xmlns:a="http://schemas.openxmlformats.org/drawingml/2006/main">
              <a:ext uri="{FF2B5EF4-FFF2-40B4-BE49-F238E27FC236}">
                <a16:creationId xmlns:a16="http://schemas.microsoft.com/office/drawing/2014/main" id="{C656ED22-8F80-467C-94DD-4DDC19CE5BE3}"/>
              </a:ext>
            </a:extLst>
          </p:cNvPr>
          <p:cNvSpPr>
            <a:spLocks xmlns:a="http://schemas.openxmlformats.org/drawingml/2006/main" noGrp="1"/>
          </p:cNvSpPr>
          <p:nvPr/>
        </p:nvSpPr>
        <p:spPr>
          <a:xfrm xmlns:a="http://schemas.openxmlformats.org/drawingml/2006/main">
            <a:off x="4114800" y="24384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4" name="check-text-13-0">
            <a:extLst xmlns:a="http://schemas.openxmlformats.org/drawingml/2006/main">
              <a:ext uri="{FF2B5EF4-FFF2-40B4-BE49-F238E27FC236}">
                <a16:creationId xmlns:a16="http://schemas.microsoft.com/office/drawing/2014/main" id="{FDC71D79-3298-4A26-B700-05243379F282}"/>
              </a:ext>
            </a:extLst>
          </p:cNvPr>
          <p:cNvSpPr>
            <a:spLocks xmlns:a="http://schemas.openxmlformats.org/drawingml/2006/main" noGrp="1"/>
          </p:cNvSpPr>
          <p:nvPr/>
        </p:nvSpPr>
        <p:spPr>
          <a:xfrm xmlns:a="http://schemas.openxmlformats.org/drawingml/2006/main">
            <a:off x="4495800" y="23812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実在しない資料名</a:t>
            </a:r>
          </a:p>
        </p:txBody>
      </p:sp>
      <p:sp>
        <p:nvSpPr>
          <p:cNvPr id="15" name="check-row-13-1">
            <a:extLst xmlns:a="http://schemas.openxmlformats.org/drawingml/2006/main">
              <a:ext uri="{FF2B5EF4-FFF2-40B4-BE49-F238E27FC236}">
                <a16:creationId xmlns:a16="http://schemas.microsoft.com/office/drawing/2014/main" id="{05C5EF76-EEC0-43EC-91F7-B58E8A45286E}"/>
              </a:ext>
            </a:extLst>
          </p:cNvPr>
          <p:cNvSpPr>
            <a:spLocks xmlns:a="http://schemas.openxmlformats.org/drawingml/2006/main" noGrp="1"/>
          </p:cNvSpPr>
          <p:nvPr/>
        </p:nvSpPr>
        <p:spPr>
          <a:xfrm xmlns:a="http://schemas.openxmlformats.org/drawingml/2006/main">
            <a:off x="3962400" y="28575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16" name="check-dot-13-1">
            <a:extLst xmlns:a="http://schemas.openxmlformats.org/drawingml/2006/main">
              <a:ext uri="{FF2B5EF4-FFF2-40B4-BE49-F238E27FC236}">
                <a16:creationId xmlns:a16="http://schemas.microsoft.com/office/drawing/2014/main" id="{4C02B7AE-E8D8-4680-A683-74F721F4F1E0}"/>
              </a:ext>
            </a:extLst>
          </p:cNvPr>
          <p:cNvSpPr>
            <a:spLocks xmlns:a="http://schemas.openxmlformats.org/drawingml/2006/main" noGrp="1"/>
          </p:cNvSpPr>
          <p:nvPr/>
        </p:nvSpPr>
        <p:spPr>
          <a:xfrm xmlns:a="http://schemas.openxmlformats.org/drawingml/2006/main">
            <a:off x="4114800" y="29622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7" name="check-mark-13-1">
            <a:extLst xmlns:a="http://schemas.openxmlformats.org/drawingml/2006/main">
              <a:ext uri="{FF2B5EF4-FFF2-40B4-BE49-F238E27FC236}">
                <a16:creationId xmlns:a16="http://schemas.microsoft.com/office/drawing/2014/main" id="{3C49F003-87AB-4519-89E7-93B55CD1A851}"/>
              </a:ext>
            </a:extLst>
          </p:cNvPr>
          <p:cNvSpPr>
            <a:spLocks xmlns:a="http://schemas.openxmlformats.org/drawingml/2006/main" noGrp="1"/>
          </p:cNvSpPr>
          <p:nvPr/>
        </p:nvSpPr>
        <p:spPr>
          <a:xfrm xmlns:a="http://schemas.openxmlformats.org/drawingml/2006/main">
            <a:off x="4114800" y="29527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8" name="check-text-13-1">
            <a:extLst xmlns:a="http://schemas.openxmlformats.org/drawingml/2006/main">
              <a:ext uri="{FF2B5EF4-FFF2-40B4-BE49-F238E27FC236}">
                <a16:creationId xmlns:a16="http://schemas.microsoft.com/office/drawing/2014/main" id="{DB462CE9-183B-403F-8383-3682C683248D}"/>
              </a:ext>
            </a:extLst>
          </p:cNvPr>
          <p:cNvSpPr>
            <a:spLocks xmlns:a="http://schemas.openxmlformats.org/drawingml/2006/main" noGrp="1"/>
          </p:cNvSpPr>
          <p:nvPr/>
        </p:nvSpPr>
        <p:spPr>
          <a:xfrm xmlns:a="http://schemas.openxmlformats.org/drawingml/2006/main">
            <a:off x="4495800" y="28956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違う内容の引用</a:t>
            </a:r>
          </a:p>
        </p:txBody>
      </p:sp>
      <p:sp>
        <p:nvSpPr>
          <p:cNvPr id="19" name="check-row-13-2">
            <a:extLst xmlns:a="http://schemas.openxmlformats.org/drawingml/2006/main">
              <a:ext uri="{FF2B5EF4-FFF2-40B4-BE49-F238E27FC236}">
                <a16:creationId xmlns:a16="http://schemas.microsoft.com/office/drawing/2014/main" id="{7DDC0776-4C9D-460E-9199-2B47482DB104}"/>
              </a:ext>
            </a:extLst>
          </p:cNvPr>
          <p:cNvSpPr>
            <a:spLocks xmlns:a="http://schemas.openxmlformats.org/drawingml/2006/main" noGrp="1"/>
          </p:cNvSpPr>
          <p:nvPr/>
        </p:nvSpPr>
        <p:spPr>
          <a:xfrm xmlns:a="http://schemas.openxmlformats.org/drawingml/2006/main">
            <a:off x="3962400" y="33718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0" name="check-dot-13-2">
            <a:extLst xmlns:a="http://schemas.openxmlformats.org/drawingml/2006/main">
              <a:ext uri="{FF2B5EF4-FFF2-40B4-BE49-F238E27FC236}">
                <a16:creationId xmlns:a16="http://schemas.microsoft.com/office/drawing/2014/main" id="{0554F705-B1AA-4E8E-80D5-65EA18E1DEE2}"/>
              </a:ext>
            </a:extLst>
          </p:cNvPr>
          <p:cNvSpPr>
            <a:spLocks xmlns:a="http://schemas.openxmlformats.org/drawingml/2006/main" noGrp="1"/>
          </p:cNvSpPr>
          <p:nvPr/>
        </p:nvSpPr>
        <p:spPr>
          <a:xfrm xmlns:a="http://schemas.openxmlformats.org/drawingml/2006/main">
            <a:off x="4114800" y="34766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1" name="check-mark-13-2">
            <a:extLst xmlns:a="http://schemas.openxmlformats.org/drawingml/2006/main">
              <a:ext uri="{FF2B5EF4-FFF2-40B4-BE49-F238E27FC236}">
                <a16:creationId xmlns:a16="http://schemas.microsoft.com/office/drawing/2014/main" id="{F80FECA5-9144-4BB6-92B2-86DABD65E3B4}"/>
              </a:ext>
            </a:extLst>
          </p:cNvPr>
          <p:cNvSpPr>
            <a:spLocks xmlns:a="http://schemas.openxmlformats.org/drawingml/2006/main" noGrp="1"/>
          </p:cNvSpPr>
          <p:nvPr/>
        </p:nvSpPr>
        <p:spPr>
          <a:xfrm xmlns:a="http://schemas.openxmlformats.org/drawingml/2006/main">
            <a:off x="4114800" y="34671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2" name="check-text-13-2">
            <a:extLst xmlns:a="http://schemas.openxmlformats.org/drawingml/2006/main">
              <a:ext uri="{FF2B5EF4-FFF2-40B4-BE49-F238E27FC236}">
                <a16:creationId xmlns:a16="http://schemas.microsoft.com/office/drawing/2014/main" id="{2FB214B4-39E7-48E6-927C-2746F6294114}"/>
              </a:ext>
            </a:extLst>
          </p:cNvPr>
          <p:cNvSpPr>
            <a:spLocks xmlns:a="http://schemas.openxmlformats.org/drawingml/2006/main" noGrp="1"/>
          </p:cNvSpPr>
          <p:nvPr/>
        </p:nvSpPr>
        <p:spPr>
          <a:xfrm xmlns:a="http://schemas.openxmlformats.org/drawingml/2006/main">
            <a:off x="4495800" y="34099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古い仕様の混在</a:t>
            </a:r>
          </a:p>
        </p:txBody>
      </p:sp>
      <p:sp>
        <p:nvSpPr>
          <p:cNvPr id="23" name="check-row-13-3">
            <a:extLst xmlns:a="http://schemas.openxmlformats.org/drawingml/2006/main">
              <a:ext uri="{FF2B5EF4-FFF2-40B4-BE49-F238E27FC236}">
                <a16:creationId xmlns:a16="http://schemas.microsoft.com/office/drawing/2014/main" id="{2772CA4B-1C17-487F-8E46-F185BC00B464}"/>
              </a:ext>
            </a:extLst>
          </p:cNvPr>
          <p:cNvSpPr>
            <a:spLocks xmlns:a="http://schemas.openxmlformats.org/drawingml/2006/main" noGrp="1"/>
          </p:cNvSpPr>
          <p:nvPr/>
        </p:nvSpPr>
        <p:spPr>
          <a:xfrm xmlns:a="http://schemas.openxmlformats.org/drawingml/2006/main">
            <a:off x="3962400" y="38862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24" name="check-dot-13-3">
            <a:extLst xmlns:a="http://schemas.openxmlformats.org/drawingml/2006/main">
              <a:ext uri="{FF2B5EF4-FFF2-40B4-BE49-F238E27FC236}">
                <a16:creationId xmlns:a16="http://schemas.microsoft.com/office/drawing/2014/main" id="{F5D0ADF3-ADF5-4F99-91ED-391987976139}"/>
              </a:ext>
            </a:extLst>
          </p:cNvPr>
          <p:cNvSpPr>
            <a:spLocks xmlns:a="http://schemas.openxmlformats.org/drawingml/2006/main" noGrp="1"/>
          </p:cNvSpPr>
          <p:nvPr/>
        </p:nvSpPr>
        <p:spPr>
          <a:xfrm xmlns:a="http://schemas.openxmlformats.org/drawingml/2006/main">
            <a:off x="4114800" y="39909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5" name="check-mark-13-3">
            <a:extLst xmlns:a="http://schemas.openxmlformats.org/drawingml/2006/main">
              <a:ext uri="{FF2B5EF4-FFF2-40B4-BE49-F238E27FC236}">
                <a16:creationId xmlns:a16="http://schemas.microsoft.com/office/drawing/2014/main" id="{83FE3C64-579B-4131-B735-EBE8BDFEE4AF}"/>
              </a:ext>
            </a:extLst>
          </p:cNvPr>
          <p:cNvSpPr>
            <a:spLocks xmlns:a="http://schemas.openxmlformats.org/drawingml/2006/main" noGrp="1"/>
          </p:cNvSpPr>
          <p:nvPr/>
        </p:nvSpPr>
        <p:spPr>
          <a:xfrm xmlns:a="http://schemas.openxmlformats.org/drawingml/2006/main">
            <a:off x="4114800" y="39814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6" name="check-text-13-3">
            <a:extLst xmlns:a="http://schemas.openxmlformats.org/drawingml/2006/main">
              <a:ext uri="{FF2B5EF4-FFF2-40B4-BE49-F238E27FC236}">
                <a16:creationId xmlns:a16="http://schemas.microsoft.com/office/drawing/2014/main" id="{678DFB7F-2DC9-48EE-AB75-939FA082309F}"/>
              </a:ext>
            </a:extLst>
          </p:cNvPr>
          <p:cNvSpPr>
            <a:spLocks xmlns:a="http://schemas.openxmlformats.org/drawingml/2006/main" noGrp="1"/>
          </p:cNvSpPr>
          <p:nvPr/>
        </p:nvSpPr>
        <p:spPr>
          <a:xfrm xmlns:a="http://schemas.openxmlformats.org/drawingml/2006/main">
            <a:off x="4495800" y="39243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計算や単位の誤り</a:t>
            </a:r>
          </a:p>
        </p:txBody>
      </p:sp>
      <p:sp>
        <p:nvSpPr>
          <p:cNvPr id="27" name="check-row-13-4">
            <a:extLst xmlns:a="http://schemas.openxmlformats.org/drawingml/2006/main">
              <a:ext uri="{FF2B5EF4-FFF2-40B4-BE49-F238E27FC236}">
                <a16:creationId xmlns:a16="http://schemas.microsoft.com/office/drawing/2014/main" id="{239B968B-C16C-45E0-86BB-C76A04269D6A}"/>
              </a:ext>
            </a:extLst>
          </p:cNvPr>
          <p:cNvSpPr>
            <a:spLocks xmlns:a="http://schemas.openxmlformats.org/drawingml/2006/main" noGrp="1"/>
          </p:cNvSpPr>
          <p:nvPr/>
        </p:nvSpPr>
        <p:spPr>
          <a:xfrm xmlns:a="http://schemas.openxmlformats.org/drawingml/2006/main">
            <a:off x="3962400" y="44005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8" name="check-dot-13-4">
            <a:extLst xmlns:a="http://schemas.openxmlformats.org/drawingml/2006/main">
              <a:ext uri="{FF2B5EF4-FFF2-40B4-BE49-F238E27FC236}">
                <a16:creationId xmlns:a16="http://schemas.microsoft.com/office/drawing/2014/main" id="{354ADFB1-FEF8-463D-AE83-21FB7E819090}"/>
              </a:ext>
            </a:extLst>
          </p:cNvPr>
          <p:cNvSpPr>
            <a:spLocks xmlns:a="http://schemas.openxmlformats.org/drawingml/2006/main" noGrp="1"/>
          </p:cNvSpPr>
          <p:nvPr/>
        </p:nvSpPr>
        <p:spPr>
          <a:xfrm xmlns:a="http://schemas.openxmlformats.org/drawingml/2006/main">
            <a:off x="4114800" y="45053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9" name="check-mark-13-4">
            <a:extLst xmlns:a="http://schemas.openxmlformats.org/drawingml/2006/main">
              <a:ext uri="{FF2B5EF4-FFF2-40B4-BE49-F238E27FC236}">
                <a16:creationId xmlns:a16="http://schemas.microsoft.com/office/drawing/2014/main" id="{676DD273-5E2E-488D-9FE8-7313A8F6A6FA}"/>
              </a:ext>
            </a:extLst>
          </p:cNvPr>
          <p:cNvSpPr>
            <a:spLocks xmlns:a="http://schemas.openxmlformats.org/drawingml/2006/main" noGrp="1"/>
          </p:cNvSpPr>
          <p:nvPr/>
        </p:nvSpPr>
        <p:spPr>
          <a:xfrm xmlns:a="http://schemas.openxmlformats.org/drawingml/2006/main">
            <a:off x="4114800" y="44958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30" name="check-text-13-4">
            <a:extLst xmlns:a="http://schemas.openxmlformats.org/drawingml/2006/main">
              <a:ext uri="{FF2B5EF4-FFF2-40B4-BE49-F238E27FC236}">
                <a16:creationId xmlns:a16="http://schemas.microsoft.com/office/drawing/2014/main" id="{949238CB-4541-4312-8FA7-7BE206E4DCD6}"/>
              </a:ext>
            </a:extLst>
          </p:cNvPr>
          <p:cNvSpPr>
            <a:spLocks xmlns:a="http://schemas.openxmlformats.org/drawingml/2006/main" noGrp="1"/>
          </p:cNvSpPr>
          <p:nvPr/>
        </p:nvSpPr>
        <p:spPr>
          <a:xfrm xmlns:a="http://schemas.openxmlformats.org/drawingml/2006/main">
            <a:off x="4495800" y="44386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172B3A"/>
                </a:solidFill>
              </a:defRPr>
            </a:pPr>
            <a:r>
              <a:rPr sz="1575" b="1">
                <a:solidFill>
                  <a:srgbClr val="172B3A"/>
                </a:solidFill>
              </a:rPr>
              <a:t>不明点を埋めた推測</a:t>
            </a:r>
          </a:p>
        </p:txBody>
      </p:sp>
      <p:sp>
        <p:nvSpPr>
          <p:cNvPr id="31" name="body-callout-13">
            <a:extLst xmlns:a="http://schemas.openxmlformats.org/drawingml/2006/main">
              <a:ext uri="{FF2B5EF4-FFF2-40B4-BE49-F238E27FC236}">
                <a16:creationId xmlns:a16="http://schemas.microsoft.com/office/drawing/2014/main" id="{0FA9C974-6CF4-420F-8E69-94744AAF3DD0}"/>
              </a:ext>
            </a:extLst>
          </p:cNvPr>
          <p:cNvSpPr>
            <a:spLocks xmlns:a="http://schemas.openxmlformats.org/drawingml/2006/main" noGrp="1"/>
          </p:cNvSpPr>
          <p:nvPr/>
        </p:nvSpPr>
        <p:spPr>
          <a:xfrm xmlns:a="http://schemas.openxmlformats.org/drawingml/2006/main">
            <a:off x="647700" y="525780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2" name="body-text-13">
            <a:extLst xmlns:a="http://schemas.openxmlformats.org/drawingml/2006/main">
              <a:ext uri="{FF2B5EF4-FFF2-40B4-BE49-F238E27FC236}">
                <a16:creationId xmlns:a16="http://schemas.microsoft.com/office/drawing/2014/main" id="{DE3D2EA4-3699-4799-908D-B658A8778A2A}"/>
              </a:ext>
            </a:extLst>
          </p:cNvPr>
          <p:cNvSpPr>
            <a:spLocks xmlns:a="http://schemas.openxmlformats.org/drawingml/2006/main" noGrp="1"/>
          </p:cNvSpPr>
          <p:nvPr/>
        </p:nvSpPr>
        <p:spPr>
          <a:xfrm xmlns:a="http://schemas.openxmlformats.org/drawingml/2006/main">
            <a:off x="819150" y="530542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架空の引用・研究・出典を生成する場合がある</a:t>
            </a:r>
          </a:p>
        </p:txBody>
      </p:sp>
      <p:sp>
        <p:nvSpPr>
          <p:cNvPr id="33" name="footer-rule-13">
            <a:extLst xmlns:a="http://schemas.openxmlformats.org/drawingml/2006/main">
              <a:ext uri="{FF2B5EF4-FFF2-40B4-BE49-F238E27FC236}">
                <a16:creationId xmlns:a16="http://schemas.microsoft.com/office/drawing/2014/main" id="{733AC961-4BF7-4F8D-8342-6323D06D3A82}"/>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4" name="footer-source-13">
            <a:extLst xmlns:a="http://schemas.openxmlformats.org/drawingml/2006/main">
              <a:ext uri="{FF2B5EF4-FFF2-40B4-BE49-F238E27FC236}">
                <a16:creationId xmlns:a16="http://schemas.microsoft.com/office/drawing/2014/main" id="{7D78DD56-C568-4322-A45A-357C2662B7C8}"/>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[3] [5]｜基準日 2026年8月27日｜v1.0.0</a:t>
            </a:r>
          </a:p>
        </p:txBody>
      </p:sp>
      <p:sp>
        <p:nvSpPr>
          <p:cNvPr id="35" name="footer-no-13">
            <a:extLst xmlns:a="http://schemas.openxmlformats.org/drawingml/2006/main">
              <a:ext uri="{FF2B5EF4-FFF2-40B4-BE49-F238E27FC236}">
                <a16:creationId xmlns:a16="http://schemas.microsoft.com/office/drawing/2014/main" id="{3AF69D45-9F5A-468A-9F6C-88624FB02722}"/>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13 / 20</a:t>
            </a:r>
          </a:p>
        </p:txBody>
      </p:sp>
    </p:spTree>
    <p:extLst>
      <p:ext uri="{BB962C8B-B14F-4D97-AF65-F5344CB8AC3E}">
        <p14:creationId xmlns:p14="http://schemas.microsoft.com/office/powerpoint/2010/main" val="132298867"/>
      </p:ext>
    </p:extLst>
  </p:cSld>
</p:sld>
</file>

<file path=ppt/slides/slide1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14">
            <a:extLst xmlns:a="http://schemas.openxmlformats.org/drawingml/2006/main">
              <a:ext uri="{FF2B5EF4-FFF2-40B4-BE49-F238E27FC236}">
                <a16:creationId xmlns:a16="http://schemas.microsoft.com/office/drawing/2014/main" id="{65CD3695-F55A-4429-BB0C-02FE4EB8D63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4">
            <a:extLst xmlns:a="http://schemas.openxmlformats.org/drawingml/2006/main">
              <a:ext uri="{FF2B5EF4-FFF2-40B4-BE49-F238E27FC236}">
                <a16:creationId xmlns:a16="http://schemas.microsoft.com/office/drawing/2014/main" id="{1EA4009C-7BA2-4332-9C23-74A5C6427036}"/>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重要主張の確認</a:t>
            </a:r>
          </a:p>
        </p:txBody>
      </p:sp>
      <p:sp>
        <p:nvSpPr>
          <p:cNvPr id="3" name="label-14">
            <a:extLst xmlns:a="http://schemas.openxmlformats.org/drawingml/2006/main">
              <a:ext uri="{FF2B5EF4-FFF2-40B4-BE49-F238E27FC236}">
                <a16:creationId xmlns:a16="http://schemas.microsoft.com/office/drawing/2014/main" id="{78DEFFF3-FF49-4120-96E5-259D112D6074}"/>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公式ガイダンス</a:t>
            </a:r>
          </a:p>
        </p:txBody>
      </p:sp>
      <p:sp>
        <p:nvSpPr>
          <p:cNvPr id="4" name="title-14">
            <a:extLst xmlns:a="http://schemas.openxmlformats.org/drawingml/2006/main">
              <a:ext uri="{FF2B5EF4-FFF2-40B4-BE49-F238E27FC236}">
                <a16:creationId xmlns:a16="http://schemas.microsoft.com/office/drawing/2014/main" id="{0DD31ED3-8B63-4511-9BDD-464CE9A529D8}"/>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数字・引用・法令は4段階で検証する</a:t>
            </a:r>
          </a:p>
        </p:txBody>
      </p:sp>
      <p:sp>
        <p:nvSpPr>
          <p:cNvPr id="5" name="title-rule-14">
            <a:extLst xmlns:a="http://schemas.openxmlformats.org/drawingml/2006/main">
              <a:ext uri="{FF2B5EF4-FFF2-40B4-BE49-F238E27FC236}">
                <a16:creationId xmlns:a16="http://schemas.microsoft.com/office/drawing/2014/main" id="{96A8EBFC-C824-418F-97A5-2C228C63B236}"/>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4">
            <a:extLst xmlns:a="http://schemas.openxmlformats.org/drawingml/2006/main">
              <a:ext uri="{FF2B5EF4-FFF2-40B4-BE49-F238E27FC236}">
                <a16:creationId xmlns:a16="http://schemas.microsoft.com/office/drawing/2014/main" id="{1A3BB134-309C-4BB0-B233-7739A96DE2EE}"/>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出典へ追跡し、本文を読み、数字を再計算し、責任者が使用可否を決める。</a:t>
            </a:r>
          </a:p>
        </p:txBody>
      </p:sp>
      <p:sp>
        <p:nvSpPr>
          <p:cNvPr id="7" name="step-arrow-14-0">
            <a:extLst xmlns:a="http://schemas.openxmlformats.org/drawingml/2006/main">
              <a:ext uri="{FF2B5EF4-FFF2-40B4-BE49-F238E27FC236}">
                <a16:creationId xmlns:a16="http://schemas.microsoft.com/office/drawing/2014/main" id="{7BBD36E7-5015-45DE-8519-4DF7ADAEFE1C}"/>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4-1">
            <a:extLst xmlns:a="http://schemas.openxmlformats.org/drawingml/2006/main">
              <a:ext uri="{FF2B5EF4-FFF2-40B4-BE49-F238E27FC236}">
                <a16:creationId xmlns:a16="http://schemas.microsoft.com/office/drawing/2014/main" id="{7737EE42-AFEB-4487-9DC5-C4A91F96F14A}"/>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14-2">
            <a:extLst xmlns:a="http://schemas.openxmlformats.org/drawingml/2006/main">
              <a:ext uri="{FF2B5EF4-FFF2-40B4-BE49-F238E27FC236}">
                <a16:creationId xmlns:a16="http://schemas.microsoft.com/office/drawing/2014/main" id="{917885EC-C514-4ED8-A45C-5EB457B4BD7D}"/>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14-0">
            <a:extLst xmlns:a="http://schemas.openxmlformats.org/drawingml/2006/main">
              <a:ext uri="{FF2B5EF4-FFF2-40B4-BE49-F238E27FC236}">
                <a16:creationId xmlns:a16="http://schemas.microsoft.com/office/drawing/2014/main" id="{BBA6C4EC-9324-4278-BE8C-20FD5A8C4A11}"/>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14-0">
            <a:extLst xmlns:a="http://schemas.openxmlformats.org/drawingml/2006/main">
              <a:ext uri="{FF2B5EF4-FFF2-40B4-BE49-F238E27FC236}">
                <a16:creationId xmlns:a16="http://schemas.microsoft.com/office/drawing/2014/main" id="{BB4DBC12-CF0E-4304-BC48-370388E4F2BA}"/>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14-0">
            <a:extLst xmlns:a="http://schemas.openxmlformats.org/drawingml/2006/main">
              <a:ext uri="{FF2B5EF4-FFF2-40B4-BE49-F238E27FC236}">
                <a16:creationId xmlns:a16="http://schemas.microsoft.com/office/drawing/2014/main" id="{A329D77C-293A-46B8-BD15-186048BCF07B}"/>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14-0">
            <a:extLst xmlns:a="http://schemas.openxmlformats.org/drawingml/2006/main">
              <a:ext uri="{FF2B5EF4-FFF2-40B4-BE49-F238E27FC236}">
                <a16:creationId xmlns:a16="http://schemas.microsoft.com/office/drawing/2014/main" id="{ECD122E2-76BB-4343-B78C-846FB0716336}"/>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1 追跡</a:t>
            </a:r>
          </a:p>
        </p:txBody>
      </p:sp>
      <p:sp>
        <p:nvSpPr>
          <p:cNvPr id="14" name="step-rule-14-0">
            <a:extLst xmlns:a="http://schemas.openxmlformats.org/drawingml/2006/main">
              <a:ext uri="{FF2B5EF4-FFF2-40B4-BE49-F238E27FC236}">
                <a16:creationId xmlns:a16="http://schemas.microsoft.com/office/drawing/2014/main" id="{FA59A952-8EDA-40F5-B672-4A56C1A12237}"/>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14-0">
            <a:extLst xmlns:a="http://schemas.openxmlformats.org/drawingml/2006/main">
              <a:ext uri="{FF2B5EF4-FFF2-40B4-BE49-F238E27FC236}">
                <a16:creationId xmlns:a16="http://schemas.microsoft.com/office/drawing/2014/main" id="{C1E7F325-1DF8-4D74-90B1-2FF010093EAE}"/>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主張ごとに原資料を特定</a:t>
            </a:r>
          </a:p>
        </p:txBody>
      </p:sp>
      <p:sp>
        <p:nvSpPr>
          <p:cNvPr id="16" name="step-card-14-1">
            <a:extLst xmlns:a="http://schemas.openxmlformats.org/drawingml/2006/main">
              <a:ext uri="{FF2B5EF4-FFF2-40B4-BE49-F238E27FC236}">
                <a16:creationId xmlns:a16="http://schemas.microsoft.com/office/drawing/2014/main" id="{7956DFBC-F364-40D5-B773-5CA8560D30D0}"/>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14-1">
            <a:extLst xmlns:a="http://schemas.openxmlformats.org/drawingml/2006/main">
              <a:ext uri="{FF2B5EF4-FFF2-40B4-BE49-F238E27FC236}">
                <a16:creationId xmlns:a16="http://schemas.microsoft.com/office/drawing/2014/main" id="{E92D8005-4980-4FB1-B18E-08B5FF103C2C}"/>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14-1">
            <a:extLst xmlns:a="http://schemas.openxmlformats.org/drawingml/2006/main">
              <a:ext uri="{FF2B5EF4-FFF2-40B4-BE49-F238E27FC236}">
                <a16:creationId xmlns:a16="http://schemas.microsoft.com/office/drawing/2014/main" id="{9D6851B0-48A4-4A14-B43D-D1C90802E75D}"/>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14-1">
            <a:extLst xmlns:a="http://schemas.openxmlformats.org/drawingml/2006/main">
              <a:ext uri="{FF2B5EF4-FFF2-40B4-BE49-F238E27FC236}">
                <a16:creationId xmlns:a16="http://schemas.microsoft.com/office/drawing/2014/main" id="{688BA55D-836C-4013-AA3A-16CFF89FF150}"/>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2 照合</a:t>
            </a:r>
          </a:p>
        </p:txBody>
      </p:sp>
      <p:sp>
        <p:nvSpPr>
          <p:cNvPr id="20" name="step-rule-14-1">
            <a:extLst xmlns:a="http://schemas.openxmlformats.org/drawingml/2006/main">
              <a:ext uri="{FF2B5EF4-FFF2-40B4-BE49-F238E27FC236}">
                <a16:creationId xmlns:a16="http://schemas.microsoft.com/office/drawing/2014/main" id="{14ED5573-8CBC-42FE-89DC-4D5117A0FCCD}"/>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14-1">
            <a:extLst xmlns:a="http://schemas.openxmlformats.org/drawingml/2006/main">
              <a:ext uri="{FF2B5EF4-FFF2-40B4-BE49-F238E27FC236}">
                <a16:creationId xmlns:a16="http://schemas.microsoft.com/office/drawing/2014/main" id="{3E2BBA9E-0FE7-4D82-8746-4FACE8255D6C}"/>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版・日付・該当箇所・文脈</a:t>
            </a:r>
          </a:p>
        </p:txBody>
      </p:sp>
      <p:sp>
        <p:nvSpPr>
          <p:cNvPr id="22" name="step-card-14-2">
            <a:extLst xmlns:a="http://schemas.openxmlformats.org/drawingml/2006/main">
              <a:ext uri="{FF2B5EF4-FFF2-40B4-BE49-F238E27FC236}">
                <a16:creationId xmlns:a16="http://schemas.microsoft.com/office/drawing/2014/main" id="{BDAA1B18-836B-4BD7-9F8B-998F9F279C17}"/>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14-2">
            <a:extLst xmlns:a="http://schemas.openxmlformats.org/drawingml/2006/main">
              <a:ext uri="{FF2B5EF4-FFF2-40B4-BE49-F238E27FC236}">
                <a16:creationId xmlns:a16="http://schemas.microsoft.com/office/drawing/2014/main" id="{F66431D0-DA3F-4F1F-9D8E-561620A5E55B}"/>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14-2">
            <a:extLst xmlns:a="http://schemas.openxmlformats.org/drawingml/2006/main">
              <a:ext uri="{FF2B5EF4-FFF2-40B4-BE49-F238E27FC236}">
                <a16:creationId xmlns:a16="http://schemas.microsoft.com/office/drawing/2014/main" id="{7F5EDBAE-CB46-4779-A210-36A52BDCCBA4}"/>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14-2">
            <a:extLst xmlns:a="http://schemas.openxmlformats.org/drawingml/2006/main">
              <a:ext uri="{FF2B5EF4-FFF2-40B4-BE49-F238E27FC236}">
                <a16:creationId xmlns:a16="http://schemas.microsoft.com/office/drawing/2014/main" id="{D5DCD934-14EA-4291-80FD-2F5DD878521E}"/>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3 再計算</a:t>
            </a:r>
          </a:p>
        </p:txBody>
      </p:sp>
      <p:sp>
        <p:nvSpPr>
          <p:cNvPr id="26" name="step-rule-14-2">
            <a:extLst xmlns:a="http://schemas.openxmlformats.org/drawingml/2006/main">
              <a:ext uri="{FF2B5EF4-FFF2-40B4-BE49-F238E27FC236}">
                <a16:creationId xmlns:a16="http://schemas.microsoft.com/office/drawing/2014/main" id="{85AB36CF-85E1-4644-AFFE-4C200A9AEE3B}"/>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14-2">
            <a:extLst xmlns:a="http://schemas.openxmlformats.org/drawingml/2006/main">
              <a:ext uri="{FF2B5EF4-FFF2-40B4-BE49-F238E27FC236}">
                <a16:creationId xmlns:a16="http://schemas.microsoft.com/office/drawing/2014/main" id="{449A088F-DA29-4A1A-8C5D-411AFF7425C6}"/>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分母・単位・丸めを確認</a:t>
            </a:r>
          </a:p>
        </p:txBody>
      </p:sp>
      <p:sp>
        <p:nvSpPr>
          <p:cNvPr id="28" name="step-card-14-3">
            <a:extLst xmlns:a="http://schemas.openxmlformats.org/drawingml/2006/main">
              <a:ext uri="{FF2B5EF4-FFF2-40B4-BE49-F238E27FC236}">
                <a16:creationId xmlns:a16="http://schemas.microsoft.com/office/drawing/2014/main" id="{5CD24323-FDE5-48BC-ACDE-032FBDE35008}"/>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14-3">
            <a:extLst xmlns:a="http://schemas.openxmlformats.org/drawingml/2006/main">
              <a:ext uri="{FF2B5EF4-FFF2-40B4-BE49-F238E27FC236}">
                <a16:creationId xmlns:a16="http://schemas.microsoft.com/office/drawing/2014/main" id="{1AC37D64-2A56-4424-BED7-C8EE7212641A}"/>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14-3">
            <a:extLst xmlns:a="http://schemas.openxmlformats.org/drawingml/2006/main">
              <a:ext uri="{FF2B5EF4-FFF2-40B4-BE49-F238E27FC236}">
                <a16:creationId xmlns:a16="http://schemas.microsoft.com/office/drawing/2014/main" id="{877DED0D-7092-4583-9A1E-60B8B61D4955}"/>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14-3">
            <a:extLst xmlns:a="http://schemas.openxmlformats.org/drawingml/2006/main">
              <a:ext uri="{FF2B5EF4-FFF2-40B4-BE49-F238E27FC236}">
                <a16:creationId xmlns:a16="http://schemas.microsoft.com/office/drawing/2014/main" id="{FADAD88F-84B3-442A-83D3-C8F303BC5052}"/>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4 承認</a:t>
            </a:r>
          </a:p>
        </p:txBody>
      </p:sp>
      <p:sp>
        <p:nvSpPr>
          <p:cNvPr id="32" name="step-rule-14-3">
            <a:extLst xmlns:a="http://schemas.openxmlformats.org/drawingml/2006/main">
              <a:ext uri="{FF2B5EF4-FFF2-40B4-BE49-F238E27FC236}">
                <a16:creationId xmlns:a16="http://schemas.microsoft.com/office/drawing/2014/main" id="{7EA36064-3922-4D7F-B293-4DE579B6D35C}"/>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14-3">
            <a:extLst xmlns:a="http://schemas.openxmlformats.org/drawingml/2006/main">
              <a:ext uri="{FF2B5EF4-FFF2-40B4-BE49-F238E27FC236}">
                <a16:creationId xmlns:a16="http://schemas.microsoft.com/office/drawing/2014/main" id="{86A2AC5E-92D9-4BA6-BF3D-2BC3CEF93245}"/>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担当者が使用可否を判断</a:t>
            </a:r>
          </a:p>
        </p:txBody>
      </p:sp>
      <p:sp>
        <p:nvSpPr>
          <p:cNvPr id="34" name="body-callout-14">
            <a:extLst xmlns:a="http://schemas.openxmlformats.org/drawingml/2006/main">
              <a:ext uri="{FF2B5EF4-FFF2-40B4-BE49-F238E27FC236}">
                <a16:creationId xmlns:a16="http://schemas.microsoft.com/office/drawing/2014/main" id="{7869E64D-3464-447E-A07E-C1E8788C3704}"/>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14">
            <a:extLst xmlns:a="http://schemas.openxmlformats.org/drawingml/2006/main">
              <a:ext uri="{FF2B5EF4-FFF2-40B4-BE49-F238E27FC236}">
                <a16:creationId xmlns:a16="http://schemas.microsoft.com/office/drawing/2014/main" id="{CA9AFAD7-F92A-41B1-B1D5-FD9CA071072A}"/>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検索結果の要約やAI回答だけを最終根拠にしない</a:t>
            </a:r>
          </a:p>
        </p:txBody>
      </p:sp>
      <p:sp>
        <p:nvSpPr>
          <p:cNvPr id="36" name="footer-rule-14">
            <a:extLst xmlns:a="http://schemas.openxmlformats.org/drawingml/2006/main">
              <a:ext uri="{FF2B5EF4-FFF2-40B4-BE49-F238E27FC236}">
                <a16:creationId xmlns:a16="http://schemas.microsoft.com/office/drawing/2014/main" id="{B410B01D-4C94-4480-A691-1EE3ABA7A814}"/>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14">
            <a:extLst xmlns:a="http://schemas.openxmlformats.org/drawingml/2006/main">
              <a:ext uri="{FF2B5EF4-FFF2-40B4-BE49-F238E27FC236}">
                <a16:creationId xmlns:a16="http://schemas.microsoft.com/office/drawing/2014/main" id="{7AF1DAAF-180D-462E-B2D8-13545F1A190F}"/>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[3]｜基準日 2026年8月27日｜v1.0.0</a:t>
            </a:r>
          </a:p>
        </p:txBody>
      </p:sp>
      <p:sp>
        <p:nvSpPr>
          <p:cNvPr id="38" name="footer-no-14">
            <a:extLst xmlns:a="http://schemas.openxmlformats.org/drawingml/2006/main">
              <a:ext uri="{FF2B5EF4-FFF2-40B4-BE49-F238E27FC236}">
                <a16:creationId xmlns:a16="http://schemas.microsoft.com/office/drawing/2014/main" id="{E6D7F667-70E5-401D-9B96-9D81B00F44BA}"/>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14 / 20</a:t>
            </a:r>
          </a:p>
        </p:txBody>
      </p:sp>
    </p:spTree>
    <p:extLst>
      <p:ext uri="{BB962C8B-B14F-4D97-AF65-F5344CB8AC3E}">
        <p14:creationId xmlns:p14="http://schemas.microsoft.com/office/powerpoint/2010/main" val="2126296768"/>
      </p:ext>
    </p:extLst>
  </p:cSld>
</p:sld>
</file>

<file path=ppt/slides/slide1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15">
            <a:extLst xmlns:a="http://schemas.openxmlformats.org/drawingml/2006/main">
              <a:ext uri="{FF2B5EF4-FFF2-40B4-BE49-F238E27FC236}">
                <a16:creationId xmlns:a16="http://schemas.microsoft.com/office/drawing/2014/main" id="{CBFC3CF7-097F-444A-82BB-E2F0B6480FC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5">
            <a:extLst xmlns:a="http://schemas.openxmlformats.org/drawingml/2006/main">
              <a:ext uri="{FF2B5EF4-FFF2-40B4-BE49-F238E27FC236}">
                <a16:creationId xmlns:a16="http://schemas.microsoft.com/office/drawing/2014/main" id="{3D7608FD-1841-4665-AA2E-F963B90FFD04}"/>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個人情報・機密情報</a:t>
            </a:r>
          </a:p>
        </p:txBody>
      </p:sp>
      <p:sp>
        <p:nvSpPr>
          <p:cNvPr id="3" name="label-15">
            <a:extLst xmlns:a="http://schemas.openxmlformats.org/drawingml/2006/main">
              <a:ext uri="{FF2B5EF4-FFF2-40B4-BE49-F238E27FC236}">
                <a16:creationId xmlns:a16="http://schemas.microsoft.com/office/drawing/2014/main" id="{A568A9F4-48F9-4984-A743-D5A7CA8E5FC3}"/>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B42318"/>
                </a:solidFill>
              </a:defRPr>
            </a:pPr>
            <a:r>
              <a:rPr sz="1050" b="1">
                <a:solidFill>
                  <a:srgbClr val="B42318"/>
                </a:solidFill>
              </a:rPr>
              <a:t>法的注意</a:t>
            </a:r>
          </a:p>
        </p:txBody>
      </p:sp>
      <p:sp>
        <p:nvSpPr>
          <p:cNvPr id="4" name="title-15">
            <a:extLst xmlns:a="http://schemas.openxmlformats.org/drawingml/2006/main">
              <a:ext uri="{FF2B5EF4-FFF2-40B4-BE49-F238E27FC236}">
                <a16:creationId xmlns:a16="http://schemas.microsoft.com/office/drawing/2014/main" id="{1322E3C1-3F74-4D78-A653-F1B4D2464AF5}"/>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入力前に、情報と利用環境を確認する</a:t>
            </a:r>
          </a:p>
        </p:txBody>
      </p:sp>
      <p:sp>
        <p:nvSpPr>
          <p:cNvPr id="5" name="title-rule-15">
            <a:extLst xmlns:a="http://schemas.openxmlformats.org/drawingml/2006/main">
              <a:ext uri="{FF2B5EF4-FFF2-40B4-BE49-F238E27FC236}">
                <a16:creationId xmlns:a16="http://schemas.microsoft.com/office/drawing/2014/main" id="{67AE9D99-02F8-4B88-8A5E-216AEEC48BF6}"/>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5">
            <a:extLst xmlns:a="http://schemas.openxmlformats.org/drawingml/2006/main">
              <a:ext uri="{FF2B5EF4-FFF2-40B4-BE49-F238E27FC236}">
                <a16:creationId xmlns:a16="http://schemas.microsoft.com/office/drawing/2014/main" id="{53CE3F83-6A41-4A47-B4ED-0F6256DC2165}"/>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承認済み環境と現行条件を確認し、業務に必要な最小限の情報だけを渡す。</a:t>
            </a:r>
          </a:p>
        </p:txBody>
      </p:sp>
      <p:sp>
        <p:nvSpPr>
          <p:cNvPr id="7" name="step-arrow-15-0">
            <a:extLst xmlns:a="http://schemas.openxmlformats.org/drawingml/2006/main">
              <a:ext uri="{FF2B5EF4-FFF2-40B4-BE49-F238E27FC236}">
                <a16:creationId xmlns:a16="http://schemas.microsoft.com/office/drawing/2014/main" id="{CD508F98-5527-4FA1-A4DC-10167ECE203C}"/>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5-1">
            <a:extLst xmlns:a="http://schemas.openxmlformats.org/drawingml/2006/main">
              <a:ext uri="{FF2B5EF4-FFF2-40B4-BE49-F238E27FC236}">
                <a16:creationId xmlns:a16="http://schemas.microsoft.com/office/drawing/2014/main" id="{4AB12014-B556-49A9-ADC0-C7E8B3DB6733}"/>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15-2">
            <a:extLst xmlns:a="http://schemas.openxmlformats.org/drawingml/2006/main">
              <a:ext uri="{FF2B5EF4-FFF2-40B4-BE49-F238E27FC236}">
                <a16:creationId xmlns:a16="http://schemas.microsoft.com/office/drawing/2014/main" id="{48B39AFD-BCFE-4501-8B19-A7C9FC3A6618}"/>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15-0">
            <a:extLst xmlns:a="http://schemas.openxmlformats.org/drawingml/2006/main">
              <a:ext uri="{FF2B5EF4-FFF2-40B4-BE49-F238E27FC236}">
                <a16:creationId xmlns:a16="http://schemas.microsoft.com/office/drawing/2014/main" id="{332226C4-4638-49A3-84B6-3735C6E848CE}"/>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15-0">
            <a:extLst xmlns:a="http://schemas.openxmlformats.org/drawingml/2006/main">
              <a:ext uri="{FF2B5EF4-FFF2-40B4-BE49-F238E27FC236}">
                <a16:creationId xmlns:a16="http://schemas.microsoft.com/office/drawing/2014/main" id="{7623FB6C-AF7C-4581-971D-8DBE55D3469B}"/>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15-0">
            <a:extLst xmlns:a="http://schemas.openxmlformats.org/drawingml/2006/main">
              <a:ext uri="{FF2B5EF4-FFF2-40B4-BE49-F238E27FC236}">
                <a16:creationId xmlns:a16="http://schemas.microsoft.com/office/drawing/2014/main" id="{B8D5FDCE-4A75-4D59-B777-285C1B3A6FEE}"/>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15-0">
            <a:extLst xmlns:a="http://schemas.openxmlformats.org/drawingml/2006/main">
              <a:ext uri="{FF2B5EF4-FFF2-40B4-BE49-F238E27FC236}">
                <a16:creationId xmlns:a16="http://schemas.microsoft.com/office/drawing/2014/main" id="{6D663CC2-3D73-49B4-8B1F-E0E6D4192E84}"/>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環境</a:t>
            </a:r>
          </a:p>
        </p:txBody>
      </p:sp>
      <p:sp>
        <p:nvSpPr>
          <p:cNvPr id="14" name="step-rule-15-0">
            <a:extLst xmlns:a="http://schemas.openxmlformats.org/drawingml/2006/main">
              <a:ext uri="{FF2B5EF4-FFF2-40B4-BE49-F238E27FC236}">
                <a16:creationId xmlns:a16="http://schemas.microsoft.com/office/drawing/2014/main" id="{3D505623-59A6-4621-87EF-F7BC865B93D0}"/>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15-0">
            <a:extLst xmlns:a="http://schemas.openxmlformats.org/drawingml/2006/main">
              <a:ext uri="{FF2B5EF4-FFF2-40B4-BE49-F238E27FC236}">
                <a16:creationId xmlns:a16="http://schemas.microsoft.com/office/drawing/2014/main" id="{C1F4DD4A-162F-4A02-B619-CCC76A9AA3C7}"/>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承認済みアカウント・ワークスペースか</a:t>
            </a:r>
          </a:p>
        </p:txBody>
      </p:sp>
      <p:sp>
        <p:nvSpPr>
          <p:cNvPr id="16" name="step-card-15-1">
            <a:extLst xmlns:a="http://schemas.openxmlformats.org/drawingml/2006/main">
              <a:ext uri="{FF2B5EF4-FFF2-40B4-BE49-F238E27FC236}">
                <a16:creationId xmlns:a16="http://schemas.microsoft.com/office/drawing/2014/main" id="{A18227CF-5225-4E5E-8668-3E3144C6ADEA}"/>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15-1">
            <a:extLst xmlns:a="http://schemas.openxmlformats.org/drawingml/2006/main">
              <a:ext uri="{FF2B5EF4-FFF2-40B4-BE49-F238E27FC236}">
                <a16:creationId xmlns:a16="http://schemas.microsoft.com/office/drawing/2014/main" id="{6948E82B-B0E9-4D31-8D1C-0FCB19C22DBB}"/>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15-1">
            <a:extLst xmlns:a="http://schemas.openxmlformats.org/drawingml/2006/main">
              <a:ext uri="{FF2B5EF4-FFF2-40B4-BE49-F238E27FC236}">
                <a16:creationId xmlns:a16="http://schemas.microsoft.com/office/drawing/2014/main" id="{982F9DF0-93C8-4608-B0F5-BB241D903B01}"/>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15-1">
            <a:extLst xmlns:a="http://schemas.openxmlformats.org/drawingml/2006/main">
              <a:ext uri="{FF2B5EF4-FFF2-40B4-BE49-F238E27FC236}">
                <a16:creationId xmlns:a16="http://schemas.microsoft.com/office/drawing/2014/main" id="{CD683071-F426-44CD-9A35-F056CB75993E}"/>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条件</a:t>
            </a:r>
          </a:p>
        </p:txBody>
      </p:sp>
      <p:sp>
        <p:nvSpPr>
          <p:cNvPr id="20" name="step-rule-15-1">
            <a:extLst xmlns:a="http://schemas.openxmlformats.org/drawingml/2006/main">
              <a:ext uri="{FF2B5EF4-FFF2-40B4-BE49-F238E27FC236}">
                <a16:creationId xmlns:a16="http://schemas.microsoft.com/office/drawing/2014/main" id="{A9866E98-4C46-4A76-93F5-701EB827FF07}"/>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15-1">
            <a:extLst xmlns:a="http://schemas.openxmlformats.org/drawingml/2006/main">
              <a:ext uri="{FF2B5EF4-FFF2-40B4-BE49-F238E27FC236}">
                <a16:creationId xmlns:a16="http://schemas.microsoft.com/office/drawing/2014/main" id="{DB218D43-00DF-4E3E-97A6-7F85C1CB4CFF}"/>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規約・データ取扱い・会社ルール</a:t>
            </a:r>
          </a:p>
        </p:txBody>
      </p:sp>
      <p:sp>
        <p:nvSpPr>
          <p:cNvPr id="22" name="step-card-15-2">
            <a:extLst xmlns:a="http://schemas.openxmlformats.org/drawingml/2006/main">
              <a:ext uri="{FF2B5EF4-FFF2-40B4-BE49-F238E27FC236}">
                <a16:creationId xmlns:a16="http://schemas.microsoft.com/office/drawing/2014/main" id="{59454065-4607-455A-9B50-6C88B8B37473}"/>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15-2">
            <a:extLst xmlns:a="http://schemas.openxmlformats.org/drawingml/2006/main">
              <a:ext uri="{FF2B5EF4-FFF2-40B4-BE49-F238E27FC236}">
                <a16:creationId xmlns:a16="http://schemas.microsoft.com/office/drawing/2014/main" id="{82E1C38B-88BF-4844-93F2-47FA69882E74}"/>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15-2">
            <a:extLst xmlns:a="http://schemas.openxmlformats.org/drawingml/2006/main">
              <a:ext uri="{FF2B5EF4-FFF2-40B4-BE49-F238E27FC236}">
                <a16:creationId xmlns:a16="http://schemas.microsoft.com/office/drawing/2014/main" id="{C172AE59-8AC7-4174-BE39-10C86B579801}"/>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15-2">
            <a:extLst xmlns:a="http://schemas.openxmlformats.org/drawingml/2006/main">
              <a:ext uri="{FF2B5EF4-FFF2-40B4-BE49-F238E27FC236}">
                <a16:creationId xmlns:a16="http://schemas.microsoft.com/office/drawing/2014/main" id="{AFCC3096-F15F-40A0-B2C2-F5EFC6192516}"/>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最小化</a:t>
            </a:r>
          </a:p>
        </p:txBody>
      </p:sp>
      <p:sp>
        <p:nvSpPr>
          <p:cNvPr id="26" name="step-rule-15-2">
            <a:extLst xmlns:a="http://schemas.openxmlformats.org/drawingml/2006/main">
              <a:ext uri="{FF2B5EF4-FFF2-40B4-BE49-F238E27FC236}">
                <a16:creationId xmlns:a16="http://schemas.microsoft.com/office/drawing/2014/main" id="{A6A06BF1-60C7-400E-945F-7E383EC642FF}"/>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15-2">
            <a:extLst xmlns:a="http://schemas.openxmlformats.org/drawingml/2006/main">
              <a:ext uri="{FF2B5EF4-FFF2-40B4-BE49-F238E27FC236}">
                <a16:creationId xmlns:a16="http://schemas.microsoft.com/office/drawing/2014/main" id="{47270304-9F4D-480F-9713-E74B93CDE208}"/>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公開・架空・集計・必要な抜粋を優先</a:t>
            </a:r>
          </a:p>
        </p:txBody>
      </p:sp>
      <p:sp>
        <p:nvSpPr>
          <p:cNvPr id="28" name="step-card-15-3">
            <a:extLst xmlns:a="http://schemas.openxmlformats.org/drawingml/2006/main">
              <a:ext uri="{FF2B5EF4-FFF2-40B4-BE49-F238E27FC236}">
                <a16:creationId xmlns:a16="http://schemas.microsoft.com/office/drawing/2014/main" id="{89E1C6A4-63DB-4B2F-A20C-B0FA9603254B}"/>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15-3">
            <a:extLst xmlns:a="http://schemas.openxmlformats.org/drawingml/2006/main">
              <a:ext uri="{FF2B5EF4-FFF2-40B4-BE49-F238E27FC236}">
                <a16:creationId xmlns:a16="http://schemas.microsoft.com/office/drawing/2014/main" id="{2D5B9DBA-B627-4A3A-A3FD-4F9AA78AF856}"/>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15-3">
            <a:extLst xmlns:a="http://schemas.openxmlformats.org/drawingml/2006/main">
              <a:ext uri="{FF2B5EF4-FFF2-40B4-BE49-F238E27FC236}">
                <a16:creationId xmlns:a16="http://schemas.microsoft.com/office/drawing/2014/main" id="{626D724C-A2FC-4B94-83EE-DE81C0BD4F47}"/>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15-3">
            <a:extLst xmlns:a="http://schemas.openxmlformats.org/drawingml/2006/main">
              <a:ext uri="{FF2B5EF4-FFF2-40B4-BE49-F238E27FC236}">
                <a16:creationId xmlns:a16="http://schemas.microsoft.com/office/drawing/2014/main" id="{2237E2DF-473F-461F-AE1D-C9EFC25A22C2}"/>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確認</a:t>
            </a:r>
          </a:p>
        </p:txBody>
      </p:sp>
      <p:sp>
        <p:nvSpPr>
          <p:cNvPr id="32" name="step-rule-15-3">
            <a:extLst xmlns:a="http://schemas.openxmlformats.org/drawingml/2006/main">
              <a:ext uri="{FF2B5EF4-FFF2-40B4-BE49-F238E27FC236}">
                <a16:creationId xmlns:a16="http://schemas.microsoft.com/office/drawing/2014/main" id="{2E118E2E-1B3D-47C9-849D-0705DBCDA993}"/>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15-3">
            <a:extLst xmlns:a="http://schemas.openxmlformats.org/drawingml/2006/main">
              <a:ext uri="{FF2B5EF4-FFF2-40B4-BE49-F238E27FC236}">
                <a16:creationId xmlns:a16="http://schemas.microsoft.com/office/drawing/2014/main" id="{743650B6-F88E-4933-8768-5C3721FCE622}"/>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利用目的と入力の必要性を判断</a:t>
            </a:r>
          </a:p>
        </p:txBody>
      </p:sp>
      <p:sp>
        <p:nvSpPr>
          <p:cNvPr id="34" name="body-callout-15">
            <a:extLst xmlns:a="http://schemas.openxmlformats.org/drawingml/2006/main">
              <a:ext uri="{FF2B5EF4-FFF2-40B4-BE49-F238E27FC236}">
                <a16:creationId xmlns:a16="http://schemas.microsoft.com/office/drawing/2014/main" id="{D37401B1-3095-48C6-82EA-300544E6B70C}"/>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15">
            <a:extLst xmlns:a="http://schemas.openxmlformats.org/drawingml/2006/main">
              <a:ext uri="{FF2B5EF4-FFF2-40B4-BE49-F238E27FC236}">
                <a16:creationId xmlns:a16="http://schemas.microsoft.com/office/drawing/2014/main" id="{E343320A-0F28-4786-8D4F-B86FDD524AFE}"/>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B42318"/>
                </a:solidFill>
              </a:defRPr>
            </a:pPr>
            <a:r>
              <a:rPr sz="1275" b="1">
                <a:solidFill>
                  <a:srgbClr val="B42318"/>
                </a:solidFill>
              </a:rPr>
              <a:t>個人情報を一律禁止という法的説明にはしない　｜　秘密・認証情報は入力しない</a:t>
            </a:r>
          </a:p>
        </p:txBody>
      </p:sp>
      <p:sp>
        <p:nvSpPr>
          <p:cNvPr id="36" name="footer-rule-15">
            <a:extLst xmlns:a="http://schemas.openxmlformats.org/drawingml/2006/main">
              <a:ext uri="{FF2B5EF4-FFF2-40B4-BE49-F238E27FC236}">
                <a16:creationId xmlns:a16="http://schemas.microsoft.com/office/drawing/2014/main" id="{5A8ECD59-C034-4750-9BFE-41DD1450AEE2}"/>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15">
            <a:extLst xmlns:a="http://schemas.openxmlformats.org/drawingml/2006/main">
              <a:ext uri="{FF2B5EF4-FFF2-40B4-BE49-F238E27FC236}">
                <a16:creationId xmlns:a16="http://schemas.microsoft.com/office/drawing/2014/main" id="{F69F448D-60E8-49A1-93C1-B66EB77D4FD2}"/>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[7]｜基準日 2026年8月27日｜v1.0.0</a:t>
            </a:r>
          </a:p>
        </p:txBody>
      </p:sp>
      <p:sp>
        <p:nvSpPr>
          <p:cNvPr id="38" name="footer-no-15">
            <a:extLst xmlns:a="http://schemas.openxmlformats.org/drawingml/2006/main">
              <a:ext uri="{FF2B5EF4-FFF2-40B4-BE49-F238E27FC236}">
                <a16:creationId xmlns:a16="http://schemas.microsoft.com/office/drawing/2014/main" id="{9479953B-434A-45CD-8CBA-7F57D4D5F7EF}"/>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15 / 20</a:t>
            </a:r>
          </a:p>
        </p:txBody>
      </p:sp>
    </p:spTree>
    <p:extLst>
      <p:ext uri="{BB962C8B-B14F-4D97-AF65-F5344CB8AC3E}">
        <p14:creationId xmlns:p14="http://schemas.microsoft.com/office/powerpoint/2010/main" val="1914758934"/>
      </p:ext>
    </p:extLst>
  </p:cSld>
</p:sld>
</file>

<file path=ppt/slides/slide1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9" name="accent-16">
            <a:extLst xmlns:a="http://schemas.openxmlformats.org/drawingml/2006/main">
              <a:ext uri="{FF2B5EF4-FFF2-40B4-BE49-F238E27FC236}">
                <a16:creationId xmlns:a16="http://schemas.microsoft.com/office/drawing/2014/main" id="{AE170600-BFD7-4520-BEEE-F9C2E664BA9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6">
            <a:extLst xmlns:a="http://schemas.openxmlformats.org/drawingml/2006/main">
              <a:ext uri="{FF2B5EF4-FFF2-40B4-BE49-F238E27FC236}">
                <a16:creationId xmlns:a16="http://schemas.microsoft.com/office/drawing/2014/main" id="{94068F26-1378-48F1-9F9A-36181987B4BC}"/>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著作権と社内資料</a:t>
            </a:r>
          </a:p>
        </p:txBody>
      </p:sp>
      <p:sp>
        <p:nvSpPr>
          <p:cNvPr id="3" name="label-16">
            <a:extLst xmlns:a="http://schemas.openxmlformats.org/drawingml/2006/main">
              <a:ext uri="{FF2B5EF4-FFF2-40B4-BE49-F238E27FC236}">
                <a16:creationId xmlns:a16="http://schemas.microsoft.com/office/drawing/2014/main" id="{68D2FF49-0439-4438-B57D-9BCBBE785C60}"/>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B42318"/>
                </a:solidFill>
              </a:defRPr>
            </a:pPr>
            <a:r>
              <a:rPr sz="1050" b="1">
                <a:solidFill>
                  <a:srgbClr val="B42318"/>
                </a:solidFill>
              </a:rPr>
              <a:t>法的注意</a:t>
            </a:r>
          </a:p>
        </p:txBody>
      </p:sp>
      <p:sp>
        <p:nvSpPr>
          <p:cNvPr id="4" name="title-16">
            <a:extLst xmlns:a="http://schemas.openxmlformats.org/drawingml/2006/main">
              <a:ext uri="{FF2B5EF4-FFF2-40B4-BE49-F238E27FC236}">
                <a16:creationId xmlns:a16="http://schemas.microsoft.com/office/drawing/2014/main" id="{41A6BDBC-B908-431C-B652-B5EE92B3DC3B}"/>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生成できても、そのまま配布できるとは限らない</a:t>
            </a:r>
          </a:p>
        </p:txBody>
      </p:sp>
      <p:sp>
        <p:nvSpPr>
          <p:cNvPr id="5" name="title-rule-16">
            <a:extLst xmlns:a="http://schemas.openxmlformats.org/drawingml/2006/main">
              <a:ext uri="{FF2B5EF4-FFF2-40B4-BE49-F238E27FC236}">
                <a16:creationId xmlns:a16="http://schemas.microsoft.com/office/drawing/2014/main" id="{EBEA00BB-68F9-40BF-A5DD-B26F439463BA}"/>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6">
            <a:extLst xmlns:a="http://schemas.openxmlformats.org/drawingml/2006/main">
              <a:ext uri="{FF2B5EF4-FFF2-40B4-BE49-F238E27FC236}">
                <a16:creationId xmlns:a16="http://schemas.microsoft.com/office/drawing/2014/main" id="{54DC7518-7B23-481B-A18A-0EF3E310830D}"/>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利用前に既存著作物との類似性と利用条件を確認し、人の創作的寄与を記録する。</a:t>
            </a:r>
          </a:p>
        </p:txBody>
      </p:sp>
      <p:sp>
        <p:nvSpPr>
          <p:cNvPr id="7" name="step-arrow-16-0">
            <a:extLst xmlns:a="http://schemas.openxmlformats.org/drawingml/2006/main">
              <a:ext uri="{FF2B5EF4-FFF2-40B4-BE49-F238E27FC236}">
                <a16:creationId xmlns:a16="http://schemas.microsoft.com/office/drawing/2014/main" id="{3C29E17A-ADA1-4359-9B95-F127BFD64E45}"/>
              </a:ext>
            </a:extLst>
          </p:cNvPr>
          <p:cNvSpPr>
            <a:spLocks xmlns:a="http://schemas.openxmlformats.org/drawingml/2006/main" noGrp="1"/>
          </p:cNvSpPr>
          <p:nvPr/>
        </p:nvSpPr>
        <p:spPr>
          <a:xfrm xmlns:a="http://schemas.openxmlformats.org/drawingml/2006/main">
            <a:off x="3262313"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6-1">
            <a:extLst xmlns:a="http://schemas.openxmlformats.org/drawingml/2006/main">
              <a:ext uri="{FF2B5EF4-FFF2-40B4-BE49-F238E27FC236}">
                <a16:creationId xmlns:a16="http://schemas.microsoft.com/office/drawing/2014/main" id="{48FD52EF-4487-4E94-843C-DEB035325E05}"/>
              </a:ext>
            </a:extLst>
          </p:cNvPr>
          <p:cNvSpPr>
            <a:spLocks xmlns:a="http://schemas.openxmlformats.org/drawingml/2006/main" noGrp="1"/>
          </p:cNvSpPr>
          <p:nvPr/>
        </p:nvSpPr>
        <p:spPr>
          <a:xfrm xmlns:a="http://schemas.openxmlformats.org/drawingml/2006/main">
            <a:off x="6029325"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arrow-16-2">
            <a:extLst xmlns:a="http://schemas.openxmlformats.org/drawingml/2006/main">
              <a:ext uri="{FF2B5EF4-FFF2-40B4-BE49-F238E27FC236}">
                <a16:creationId xmlns:a16="http://schemas.microsoft.com/office/drawing/2014/main" id="{57FD4D83-4F23-4B1D-BCC2-57C74F9C8460}"/>
              </a:ext>
            </a:extLst>
          </p:cNvPr>
          <p:cNvSpPr>
            <a:spLocks xmlns:a="http://schemas.openxmlformats.org/drawingml/2006/main" noGrp="1"/>
          </p:cNvSpPr>
          <p:nvPr/>
        </p:nvSpPr>
        <p:spPr>
          <a:xfrm xmlns:a="http://schemas.openxmlformats.org/drawingml/2006/main">
            <a:off x="8796338" y="3333750"/>
            <a:ext cx="1333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0" name="step-card-16-0">
            <a:extLst xmlns:a="http://schemas.openxmlformats.org/drawingml/2006/main">
              <a:ext uri="{FF2B5EF4-FFF2-40B4-BE49-F238E27FC236}">
                <a16:creationId xmlns:a16="http://schemas.microsoft.com/office/drawing/2014/main" id="{32E435FE-3E16-4E00-99D9-0AEBD013D2D0}"/>
              </a:ext>
            </a:extLst>
          </p:cNvPr>
          <p:cNvSpPr>
            <a:spLocks xmlns:a="http://schemas.openxmlformats.org/drawingml/2006/main" noGrp="1"/>
          </p:cNvSpPr>
          <p:nvPr/>
        </p:nvSpPr>
        <p:spPr>
          <a:xfrm xmlns:a="http://schemas.openxmlformats.org/drawingml/2006/main">
            <a:off x="647700"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1" name="step-band-16-0">
            <a:extLst xmlns:a="http://schemas.openxmlformats.org/drawingml/2006/main">
              <a:ext uri="{FF2B5EF4-FFF2-40B4-BE49-F238E27FC236}">
                <a16:creationId xmlns:a16="http://schemas.microsoft.com/office/drawing/2014/main" id="{4A6B0F6C-9D97-42A2-8A1A-0186E791C94D}"/>
              </a:ext>
            </a:extLst>
          </p:cNvPr>
          <p:cNvSpPr>
            <a:spLocks xmlns:a="http://schemas.openxmlformats.org/drawingml/2006/main" noGrp="1"/>
          </p:cNvSpPr>
          <p:nvPr/>
        </p:nvSpPr>
        <p:spPr>
          <a:xfrm xmlns:a="http://schemas.openxmlformats.org/drawingml/2006/main">
            <a:off x="647700" y="2362200"/>
            <a:ext cx="2595563"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2" name="step-no-16-0">
            <a:extLst xmlns:a="http://schemas.openxmlformats.org/drawingml/2006/main">
              <a:ext uri="{FF2B5EF4-FFF2-40B4-BE49-F238E27FC236}">
                <a16:creationId xmlns:a16="http://schemas.microsoft.com/office/drawing/2014/main" id="{0CCA7BD2-1937-4663-97F1-752B2489A22E}"/>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B6B66"/>
                </a:solidFill>
              </a:defRPr>
            </a:pPr>
            <a:r>
              <a:rPr sz="2850" b="1">
                <a:solidFill>
                  <a:srgbClr val="0B6B66"/>
                </a:solidFill>
              </a:rPr>
              <a:t>01</a:t>
            </a:r>
          </a:p>
        </p:txBody>
      </p:sp>
      <p:sp>
        <p:nvSpPr>
          <p:cNvPr id="13" name="step-label-16-0">
            <a:extLst xmlns:a="http://schemas.openxmlformats.org/drawingml/2006/main">
              <a:ext uri="{FF2B5EF4-FFF2-40B4-BE49-F238E27FC236}">
                <a16:creationId xmlns:a16="http://schemas.microsoft.com/office/drawing/2014/main" id="{ADDF1E5D-786C-4642-8635-85191911D6CE}"/>
              </a:ext>
            </a:extLst>
          </p:cNvPr>
          <p:cNvSpPr>
            <a:spLocks xmlns:a="http://schemas.openxmlformats.org/drawingml/2006/main" noGrp="1"/>
          </p:cNvSpPr>
          <p:nvPr/>
        </p:nvSpPr>
        <p:spPr>
          <a:xfrm xmlns:a="http://schemas.openxmlformats.org/drawingml/2006/main">
            <a:off x="857250"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入力</a:t>
            </a:r>
          </a:p>
        </p:txBody>
      </p:sp>
      <p:sp>
        <p:nvSpPr>
          <p:cNvPr id="14" name="step-rule-16-0">
            <a:extLst xmlns:a="http://schemas.openxmlformats.org/drawingml/2006/main">
              <a:ext uri="{FF2B5EF4-FFF2-40B4-BE49-F238E27FC236}">
                <a16:creationId xmlns:a16="http://schemas.microsoft.com/office/drawing/2014/main" id="{66F19323-0C7F-45CE-B76A-3DB946C4287F}"/>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15" name="step-detail-16-0">
            <a:extLst xmlns:a="http://schemas.openxmlformats.org/drawingml/2006/main">
              <a:ext uri="{FF2B5EF4-FFF2-40B4-BE49-F238E27FC236}">
                <a16:creationId xmlns:a16="http://schemas.microsoft.com/office/drawing/2014/main" id="{FDFE06A5-FEB5-4550-9AFE-4790C1B81F17}"/>
              </a:ext>
            </a:extLst>
          </p:cNvPr>
          <p:cNvSpPr>
            <a:spLocks xmlns:a="http://schemas.openxmlformats.org/drawingml/2006/main" noGrp="1"/>
          </p:cNvSpPr>
          <p:nvPr/>
        </p:nvSpPr>
        <p:spPr>
          <a:xfrm xmlns:a="http://schemas.openxmlformats.org/drawingml/2006/main">
            <a:off x="857250"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素材を使う権限を確認</a:t>
            </a:r>
          </a:p>
        </p:txBody>
      </p:sp>
      <p:sp>
        <p:nvSpPr>
          <p:cNvPr id="16" name="step-card-16-1">
            <a:extLst xmlns:a="http://schemas.openxmlformats.org/drawingml/2006/main">
              <a:ext uri="{FF2B5EF4-FFF2-40B4-BE49-F238E27FC236}">
                <a16:creationId xmlns:a16="http://schemas.microsoft.com/office/drawing/2014/main" id="{EF52CD21-2102-49C2-9B2C-9E57BC00BBB1}"/>
              </a:ext>
            </a:extLst>
          </p:cNvPr>
          <p:cNvSpPr>
            <a:spLocks xmlns:a="http://schemas.openxmlformats.org/drawingml/2006/main" noGrp="1"/>
          </p:cNvSpPr>
          <p:nvPr/>
        </p:nvSpPr>
        <p:spPr>
          <a:xfrm xmlns:a="http://schemas.openxmlformats.org/drawingml/2006/main">
            <a:off x="3414713"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7" name="step-band-16-1">
            <a:extLst xmlns:a="http://schemas.openxmlformats.org/drawingml/2006/main">
              <a:ext uri="{FF2B5EF4-FFF2-40B4-BE49-F238E27FC236}">
                <a16:creationId xmlns:a16="http://schemas.microsoft.com/office/drawing/2014/main" id="{F3BD6810-99C0-466B-9054-726C839CB599}"/>
              </a:ext>
            </a:extLst>
          </p:cNvPr>
          <p:cNvSpPr>
            <a:spLocks xmlns:a="http://schemas.openxmlformats.org/drawingml/2006/main" noGrp="1"/>
          </p:cNvSpPr>
          <p:nvPr/>
        </p:nvSpPr>
        <p:spPr>
          <a:xfrm xmlns:a="http://schemas.openxmlformats.org/drawingml/2006/main">
            <a:off x="3414713" y="2362200"/>
            <a:ext cx="2595563"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8" name="step-no-16-1">
            <a:extLst xmlns:a="http://schemas.openxmlformats.org/drawingml/2006/main">
              <a:ext uri="{FF2B5EF4-FFF2-40B4-BE49-F238E27FC236}">
                <a16:creationId xmlns:a16="http://schemas.microsoft.com/office/drawing/2014/main" id="{60A2AA28-7C75-4BD6-9493-089CC0BDB21A}"/>
              </a:ext>
            </a:extLst>
          </p:cNvPr>
          <p:cNvSpPr>
            <a:spLocks xmlns:a="http://schemas.openxmlformats.org/drawingml/2006/main" noGrp="1"/>
          </p:cNvSpPr>
          <p:nvPr/>
        </p:nvSpPr>
        <p:spPr>
          <a:xfrm xmlns:a="http://schemas.openxmlformats.org/drawingml/2006/main">
            <a:off x="3624263"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97316"/>
                </a:solidFill>
              </a:defRPr>
            </a:pPr>
            <a:r>
              <a:rPr sz="2850" b="1">
                <a:solidFill>
                  <a:srgbClr val="F97316"/>
                </a:solidFill>
              </a:rPr>
              <a:t>02</a:t>
            </a:r>
          </a:p>
        </p:txBody>
      </p:sp>
      <p:sp>
        <p:nvSpPr>
          <p:cNvPr id="19" name="step-label-16-1">
            <a:extLst xmlns:a="http://schemas.openxmlformats.org/drawingml/2006/main">
              <a:ext uri="{FF2B5EF4-FFF2-40B4-BE49-F238E27FC236}">
                <a16:creationId xmlns:a16="http://schemas.microsoft.com/office/drawing/2014/main" id="{8D707AEA-5477-47BF-B5E9-5AEF5FB7EBE4}"/>
              </a:ext>
            </a:extLst>
          </p:cNvPr>
          <p:cNvSpPr>
            <a:spLocks xmlns:a="http://schemas.openxmlformats.org/drawingml/2006/main" noGrp="1"/>
          </p:cNvSpPr>
          <p:nvPr/>
        </p:nvSpPr>
        <p:spPr>
          <a:xfrm xmlns:a="http://schemas.openxmlformats.org/drawingml/2006/main">
            <a:off x="3624263"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生成</a:t>
            </a:r>
          </a:p>
        </p:txBody>
      </p:sp>
      <p:sp>
        <p:nvSpPr>
          <p:cNvPr id="20" name="step-rule-16-1">
            <a:extLst xmlns:a="http://schemas.openxmlformats.org/drawingml/2006/main">
              <a:ext uri="{FF2B5EF4-FFF2-40B4-BE49-F238E27FC236}">
                <a16:creationId xmlns:a16="http://schemas.microsoft.com/office/drawing/2014/main" id="{E8E37179-CCEE-4569-9132-9EC91F1D759D}"/>
              </a:ext>
            </a:extLst>
          </p:cNvPr>
          <p:cNvSpPr>
            <a:spLocks xmlns:a="http://schemas.openxmlformats.org/drawingml/2006/main" noGrp="1"/>
          </p:cNvSpPr>
          <p:nvPr/>
        </p:nvSpPr>
        <p:spPr>
          <a:xfrm xmlns:a="http://schemas.openxmlformats.org/drawingml/2006/main">
            <a:off x="3624263"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1" name="step-detail-16-1">
            <a:extLst xmlns:a="http://schemas.openxmlformats.org/drawingml/2006/main">
              <a:ext uri="{FF2B5EF4-FFF2-40B4-BE49-F238E27FC236}">
                <a16:creationId xmlns:a16="http://schemas.microsoft.com/office/drawing/2014/main" id="{42E9A0F1-5134-488D-B982-31BBBD704A49}"/>
              </a:ext>
            </a:extLst>
          </p:cNvPr>
          <p:cNvSpPr>
            <a:spLocks xmlns:a="http://schemas.openxmlformats.org/drawingml/2006/main" noGrp="1"/>
          </p:cNvSpPr>
          <p:nvPr/>
        </p:nvSpPr>
        <p:spPr>
          <a:xfrm xmlns:a="http://schemas.openxmlformats.org/drawingml/2006/main">
            <a:off x="3624263"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指示と編集の過程を記録</a:t>
            </a:r>
          </a:p>
        </p:txBody>
      </p:sp>
      <p:sp>
        <p:nvSpPr>
          <p:cNvPr id="22" name="step-card-16-2">
            <a:extLst xmlns:a="http://schemas.openxmlformats.org/drawingml/2006/main">
              <a:ext uri="{FF2B5EF4-FFF2-40B4-BE49-F238E27FC236}">
                <a16:creationId xmlns:a16="http://schemas.microsoft.com/office/drawing/2014/main" id="{EEF9F5D2-7637-443B-ACE5-826701576329}"/>
              </a:ext>
            </a:extLst>
          </p:cNvPr>
          <p:cNvSpPr>
            <a:spLocks xmlns:a="http://schemas.openxmlformats.org/drawingml/2006/main" noGrp="1"/>
          </p:cNvSpPr>
          <p:nvPr/>
        </p:nvSpPr>
        <p:spPr>
          <a:xfrm xmlns:a="http://schemas.openxmlformats.org/drawingml/2006/main">
            <a:off x="6181725"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3" name="step-band-16-2">
            <a:extLst xmlns:a="http://schemas.openxmlformats.org/drawingml/2006/main">
              <a:ext uri="{FF2B5EF4-FFF2-40B4-BE49-F238E27FC236}">
                <a16:creationId xmlns:a16="http://schemas.microsoft.com/office/drawing/2014/main" id="{E322129B-0F74-4D5F-AA71-0BD1FBC99FCA}"/>
              </a:ext>
            </a:extLst>
          </p:cNvPr>
          <p:cNvSpPr>
            <a:spLocks xmlns:a="http://schemas.openxmlformats.org/drawingml/2006/main" noGrp="1"/>
          </p:cNvSpPr>
          <p:nvPr/>
        </p:nvSpPr>
        <p:spPr>
          <a:xfrm xmlns:a="http://schemas.openxmlformats.org/drawingml/2006/main">
            <a:off x="6181725" y="2362200"/>
            <a:ext cx="2595563" cy="95250"/>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4" name="step-no-16-2">
            <a:extLst xmlns:a="http://schemas.openxmlformats.org/drawingml/2006/main">
              <a:ext uri="{FF2B5EF4-FFF2-40B4-BE49-F238E27FC236}">
                <a16:creationId xmlns:a16="http://schemas.microsoft.com/office/drawing/2014/main" id="{863FAEAB-3FB0-4CD2-958A-15EF59A730D2}"/>
              </a:ext>
            </a:extLst>
          </p:cNvPr>
          <p:cNvSpPr>
            <a:spLocks xmlns:a="http://schemas.openxmlformats.org/drawingml/2006/main" noGrp="1"/>
          </p:cNvSpPr>
          <p:nvPr/>
        </p:nvSpPr>
        <p:spPr>
          <a:xfrm xmlns:a="http://schemas.openxmlformats.org/drawingml/2006/main">
            <a:off x="6391275"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0F6B8A"/>
                </a:solidFill>
              </a:defRPr>
            </a:pPr>
            <a:r>
              <a:rPr sz="2850" b="1">
                <a:solidFill>
                  <a:srgbClr val="0F6B8A"/>
                </a:solidFill>
              </a:rPr>
              <a:t>03</a:t>
            </a:r>
          </a:p>
        </p:txBody>
      </p:sp>
      <p:sp>
        <p:nvSpPr>
          <p:cNvPr id="25" name="step-label-16-2">
            <a:extLst xmlns:a="http://schemas.openxmlformats.org/drawingml/2006/main">
              <a:ext uri="{FF2B5EF4-FFF2-40B4-BE49-F238E27FC236}">
                <a16:creationId xmlns:a16="http://schemas.microsoft.com/office/drawing/2014/main" id="{FD855F18-D35E-4E15-99F3-9B79A768566E}"/>
              </a:ext>
            </a:extLst>
          </p:cNvPr>
          <p:cNvSpPr>
            <a:spLocks xmlns:a="http://schemas.openxmlformats.org/drawingml/2006/main" noGrp="1"/>
          </p:cNvSpPr>
          <p:nvPr/>
        </p:nvSpPr>
        <p:spPr>
          <a:xfrm xmlns:a="http://schemas.openxmlformats.org/drawingml/2006/main">
            <a:off x="6391275"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確認</a:t>
            </a:r>
          </a:p>
        </p:txBody>
      </p:sp>
      <p:sp>
        <p:nvSpPr>
          <p:cNvPr id="26" name="step-rule-16-2">
            <a:extLst xmlns:a="http://schemas.openxmlformats.org/drawingml/2006/main">
              <a:ext uri="{FF2B5EF4-FFF2-40B4-BE49-F238E27FC236}">
                <a16:creationId xmlns:a16="http://schemas.microsoft.com/office/drawing/2014/main" id="{7C9E6F81-DA53-4A7B-935F-DBB23BAE6220}"/>
              </a:ext>
            </a:extLst>
          </p:cNvPr>
          <p:cNvSpPr>
            <a:spLocks xmlns:a="http://schemas.openxmlformats.org/drawingml/2006/main" noGrp="1"/>
          </p:cNvSpPr>
          <p:nvPr/>
        </p:nvSpPr>
        <p:spPr>
          <a:xfrm xmlns:a="http://schemas.openxmlformats.org/drawingml/2006/main">
            <a:off x="6391275" y="3800475"/>
            <a:ext cx="876300" cy="28575"/>
          </a:xfrm>
          <a:prstGeom xmlns:a="http://schemas.openxmlformats.org/drawingml/2006/main" prst="rect">
            <a:avLst/>
          </a:prstGeom>
          <a:solidFill xmlns:a="http://schemas.openxmlformats.org/drawingml/2006/main">
            <a:srgbClr val="0F6B8A"/>
          </a:solidFill>
          <a:ln xmlns:a="http://schemas.openxmlformats.org/drawingml/2006/main" w="0">
            <a:noFill/>
            <a:prstDash val="solid"/>
          </a:ln>
        </p:spPr>
      </p:sp>
      <p:sp>
        <p:nvSpPr>
          <p:cNvPr id="27" name="step-detail-16-2">
            <a:extLst xmlns:a="http://schemas.openxmlformats.org/drawingml/2006/main">
              <a:ext uri="{FF2B5EF4-FFF2-40B4-BE49-F238E27FC236}">
                <a16:creationId xmlns:a16="http://schemas.microsoft.com/office/drawing/2014/main" id="{30E00FBC-EC97-4501-8FC6-1DAB0E573EE1}"/>
              </a:ext>
            </a:extLst>
          </p:cNvPr>
          <p:cNvSpPr>
            <a:spLocks xmlns:a="http://schemas.openxmlformats.org/drawingml/2006/main" noGrp="1"/>
          </p:cNvSpPr>
          <p:nvPr/>
        </p:nvSpPr>
        <p:spPr>
          <a:xfrm xmlns:a="http://schemas.openxmlformats.org/drawingml/2006/main">
            <a:off x="6391275"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既存著作物との類似性・依拠性</a:t>
            </a:r>
          </a:p>
        </p:txBody>
      </p:sp>
      <p:sp>
        <p:nvSpPr>
          <p:cNvPr id="28" name="step-card-16-3">
            <a:extLst xmlns:a="http://schemas.openxmlformats.org/drawingml/2006/main">
              <a:ext uri="{FF2B5EF4-FFF2-40B4-BE49-F238E27FC236}">
                <a16:creationId xmlns:a16="http://schemas.microsoft.com/office/drawing/2014/main" id="{F95BF245-BB62-44B2-9233-F8824BB6B1BB}"/>
              </a:ext>
            </a:extLst>
          </p:cNvPr>
          <p:cNvSpPr>
            <a:spLocks xmlns:a="http://schemas.openxmlformats.org/drawingml/2006/main" noGrp="1"/>
          </p:cNvSpPr>
          <p:nvPr/>
        </p:nvSpPr>
        <p:spPr>
          <a:xfrm xmlns:a="http://schemas.openxmlformats.org/drawingml/2006/main">
            <a:off x="8948738" y="2362200"/>
            <a:ext cx="2595563"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9" name="step-band-16-3">
            <a:extLst xmlns:a="http://schemas.openxmlformats.org/drawingml/2006/main">
              <a:ext uri="{FF2B5EF4-FFF2-40B4-BE49-F238E27FC236}">
                <a16:creationId xmlns:a16="http://schemas.microsoft.com/office/drawing/2014/main" id="{AA72A757-8869-4D6D-9ED3-D85A3A9F0F96}"/>
              </a:ext>
            </a:extLst>
          </p:cNvPr>
          <p:cNvSpPr>
            <a:spLocks xmlns:a="http://schemas.openxmlformats.org/drawingml/2006/main" noGrp="1"/>
          </p:cNvSpPr>
          <p:nvPr/>
        </p:nvSpPr>
        <p:spPr>
          <a:xfrm xmlns:a="http://schemas.openxmlformats.org/drawingml/2006/main">
            <a:off x="8948738" y="2362200"/>
            <a:ext cx="2595563" cy="952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0" name="step-no-16-3">
            <a:extLst xmlns:a="http://schemas.openxmlformats.org/drawingml/2006/main">
              <a:ext uri="{FF2B5EF4-FFF2-40B4-BE49-F238E27FC236}">
                <a16:creationId xmlns:a16="http://schemas.microsoft.com/office/drawing/2014/main" id="{70AD8B03-D08D-43C3-B560-09A0E2750D2A}"/>
              </a:ext>
            </a:extLst>
          </p:cNvPr>
          <p:cNvSpPr>
            <a:spLocks xmlns:a="http://schemas.openxmlformats.org/drawingml/2006/main" noGrp="1"/>
          </p:cNvSpPr>
          <p:nvPr/>
        </p:nvSpPr>
        <p:spPr>
          <a:xfrm xmlns:a="http://schemas.openxmlformats.org/drawingml/2006/main">
            <a:off x="9158288"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102A43"/>
                </a:solidFill>
              </a:defRPr>
            </a:pPr>
            <a:r>
              <a:rPr sz="2850" b="1">
                <a:solidFill>
                  <a:srgbClr val="102A43"/>
                </a:solidFill>
              </a:rPr>
              <a:t>04</a:t>
            </a:r>
          </a:p>
        </p:txBody>
      </p:sp>
      <p:sp>
        <p:nvSpPr>
          <p:cNvPr id="31" name="step-label-16-3">
            <a:extLst xmlns:a="http://schemas.openxmlformats.org/drawingml/2006/main">
              <a:ext uri="{FF2B5EF4-FFF2-40B4-BE49-F238E27FC236}">
                <a16:creationId xmlns:a16="http://schemas.microsoft.com/office/drawing/2014/main" id="{1B1F075A-21FB-464E-84F2-884F6699F707}"/>
              </a:ext>
            </a:extLst>
          </p:cNvPr>
          <p:cNvSpPr>
            <a:spLocks xmlns:a="http://schemas.openxmlformats.org/drawingml/2006/main" noGrp="1"/>
          </p:cNvSpPr>
          <p:nvPr/>
        </p:nvSpPr>
        <p:spPr>
          <a:xfrm xmlns:a="http://schemas.openxmlformats.org/drawingml/2006/main">
            <a:off x="9158288" y="3228975"/>
            <a:ext cx="2176463"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利用</a:t>
            </a:r>
          </a:p>
        </p:txBody>
      </p:sp>
      <p:sp>
        <p:nvSpPr>
          <p:cNvPr id="32" name="step-rule-16-3">
            <a:extLst xmlns:a="http://schemas.openxmlformats.org/drawingml/2006/main">
              <a:ext uri="{FF2B5EF4-FFF2-40B4-BE49-F238E27FC236}">
                <a16:creationId xmlns:a16="http://schemas.microsoft.com/office/drawing/2014/main" id="{587A74D4-E05C-422B-B68A-A5F04A01EC87}"/>
              </a:ext>
            </a:extLst>
          </p:cNvPr>
          <p:cNvSpPr>
            <a:spLocks xmlns:a="http://schemas.openxmlformats.org/drawingml/2006/main" noGrp="1"/>
          </p:cNvSpPr>
          <p:nvPr/>
        </p:nvSpPr>
        <p:spPr>
          <a:xfrm xmlns:a="http://schemas.openxmlformats.org/drawingml/2006/main">
            <a:off x="9158288" y="3800475"/>
            <a:ext cx="8763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33" name="step-detail-16-3">
            <a:extLst xmlns:a="http://schemas.openxmlformats.org/drawingml/2006/main">
              <a:ext uri="{FF2B5EF4-FFF2-40B4-BE49-F238E27FC236}">
                <a16:creationId xmlns:a16="http://schemas.microsoft.com/office/drawing/2014/main" id="{B3543E2A-D6EA-45D2-A096-6847337E3089}"/>
              </a:ext>
            </a:extLst>
          </p:cNvPr>
          <p:cNvSpPr>
            <a:spLocks xmlns:a="http://schemas.openxmlformats.org/drawingml/2006/main" noGrp="1"/>
          </p:cNvSpPr>
          <p:nvPr/>
        </p:nvSpPr>
        <p:spPr>
          <a:xfrm xmlns:a="http://schemas.openxmlformats.org/drawingml/2006/main">
            <a:off x="9158288" y="3952875"/>
            <a:ext cx="2176463"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26270"/>
                </a:solidFill>
              </a:defRPr>
            </a:pPr>
            <a:r>
              <a:rPr sz="1350" b="0">
                <a:solidFill>
                  <a:srgbClr val="526270"/>
                </a:solidFill>
              </a:rPr>
              <a:t>公開・配布・販売の条件を判断</a:t>
            </a:r>
          </a:p>
        </p:txBody>
      </p:sp>
      <p:sp>
        <p:nvSpPr>
          <p:cNvPr id="34" name="body-callout-16">
            <a:extLst xmlns:a="http://schemas.openxmlformats.org/drawingml/2006/main">
              <a:ext uri="{FF2B5EF4-FFF2-40B4-BE49-F238E27FC236}">
                <a16:creationId xmlns:a16="http://schemas.microsoft.com/office/drawing/2014/main" id="{E108A2C5-D9B1-43CE-AADB-889CD8BC114D}"/>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5" name="body-text-16">
            <a:extLst xmlns:a="http://schemas.openxmlformats.org/drawingml/2006/main">
              <a:ext uri="{FF2B5EF4-FFF2-40B4-BE49-F238E27FC236}">
                <a16:creationId xmlns:a16="http://schemas.microsoft.com/office/drawing/2014/main" id="{2F18A877-91C4-4162-8CE6-D65D8CE52774}"/>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生成段階と公開・配布などの利用段階を分けて考える</a:t>
            </a:r>
          </a:p>
        </p:txBody>
      </p:sp>
      <p:sp>
        <p:nvSpPr>
          <p:cNvPr id="36" name="footer-rule-16">
            <a:extLst xmlns:a="http://schemas.openxmlformats.org/drawingml/2006/main">
              <a:ext uri="{FF2B5EF4-FFF2-40B4-BE49-F238E27FC236}">
                <a16:creationId xmlns:a16="http://schemas.microsoft.com/office/drawing/2014/main" id="{8E9573DA-051F-4DDF-B234-4F942E2A2CB9}"/>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7" name="footer-source-16">
            <a:extLst xmlns:a="http://schemas.openxmlformats.org/drawingml/2006/main">
              <a:ext uri="{FF2B5EF4-FFF2-40B4-BE49-F238E27FC236}">
                <a16:creationId xmlns:a16="http://schemas.microsoft.com/office/drawing/2014/main" id="{46B0BF4B-81B1-4ABC-B5A9-051D10B5F429}"/>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[9] [10] [11]｜基準日 2026年8月27日｜v1.0.0</a:t>
            </a:r>
          </a:p>
        </p:txBody>
      </p:sp>
      <p:sp>
        <p:nvSpPr>
          <p:cNvPr id="38" name="footer-no-16">
            <a:extLst xmlns:a="http://schemas.openxmlformats.org/drawingml/2006/main">
              <a:ext uri="{FF2B5EF4-FFF2-40B4-BE49-F238E27FC236}">
                <a16:creationId xmlns:a16="http://schemas.microsoft.com/office/drawing/2014/main" id="{4C96BF4F-20F1-4540-9B95-5D0DD0AC98E3}"/>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16 / 20</a:t>
            </a:r>
          </a:p>
        </p:txBody>
      </p:sp>
    </p:spTree>
    <p:extLst>
      <p:ext uri="{BB962C8B-B14F-4D97-AF65-F5344CB8AC3E}">
        <p14:creationId xmlns:p14="http://schemas.microsoft.com/office/powerpoint/2010/main" val="56717500"/>
      </p:ext>
    </p:extLst>
  </p:cSld>
</p:sld>
</file>

<file path=ppt/slides/slide1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2" name="accent-17">
            <a:extLst xmlns:a="http://schemas.openxmlformats.org/drawingml/2006/main">
              <a:ext uri="{FF2B5EF4-FFF2-40B4-BE49-F238E27FC236}">
                <a16:creationId xmlns:a16="http://schemas.microsoft.com/office/drawing/2014/main" id="{39A6CF28-C3FB-4A97-8CDC-D6BDB4A3A3D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7">
            <a:extLst xmlns:a="http://schemas.openxmlformats.org/drawingml/2006/main">
              <a:ext uri="{FF2B5EF4-FFF2-40B4-BE49-F238E27FC236}">
                <a16:creationId xmlns:a16="http://schemas.microsoft.com/office/drawing/2014/main" id="{BA3AEFF4-2F5F-420C-848D-59C82E19702D}"/>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自動化バイアス</a:t>
            </a:r>
          </a:p>
        </p:txBody>
      </p:sp>
      <p:sp>
        <p:nvSpPr>
          <p:cNvPr id="3" name="label-17">
            <a:extLst xmlns:a="http://schemas.openxmlformats.org/drawingml/2006/main">
              <a:ext uri="{FF2B5EF4-FFF2-40B4-BE49-F238E27FC236}">
                <a16:creationId xmlns:a16="http://schemas.microsoft.com/office/drawing/2014/main" id="{5FB55BB9-824D-41DE-B585-075DF82D0193}"/>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科学的知見</a:t>
            </a:r>
          </a:p>
        </p:txBody>
      </p:sp>
      <p:sp>
        <p:nvSpPr>
          <p:cNvPr id="4" name="title-17">
            <a:extLst xmlns:a="http://schemas.openxmlformats.org/drawingml/2006/main">
              <a:ext uri="{FF2B5EF4-FFF2-40B4-BE49-F238E27FC236}">
                <a16:creationId xmlns:a16="http://schemas.microsoft.com/office/drawing/2014/main" id="{5A10FB67-3B70-4230-937D-1783A3055B72}"/>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人の確認を「最後に見るだけ」にしない</a:t>
            </a:r>
          </a:p>
        </p:txBody>
      </p:sp>
      <p:sp>
        <p:nvSpPr>
          <p:cNvPr id="5" name="title-rule-17">
            <a:extLst xmlns:a="http://schemas.openxmlformats.org/drawingml/2006/main">
              <a:ext uri="{FF2B5EF4-FFF2-40B4-BE49-F238E27FC236}">
                <a16:creationId xmlns:a16="http://schemas.microsoft.com/office/drawing/2014/main" id="{7738A069-6484-49B0-8397-10E13EDC3025}"/>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7">
            <a:extLst xmlns:a="http://schemas.openxmlformats.org/drawingml/2006/main">
              <a:ext uri="{FF2B5EF4-FFF2-40B4-BE49-F238E27FC236}">
                <a16:creationId xmlns:a16="http://schemas.microsoft.com/office/drawing/2014/main" id="{66ACDA97-8FCC-4C61-8256-7D762877A700}"/>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AIの提案を採用する誤りと、警告がないため見逃す誤りの両方を想定する。</a:t>
            </a:r>
          </a:p>
        </p:txBody>
      </p:sp>
      <p:sp>
        <p:nvSpPr>
          <p:cNvPr id="7" name="step-arrow-17-0">
            <a:extLst xmlns:a="http://schemas.openxmlformats.org/drawingml/2006/main">
              <a:ext uri="{FF2B5EF4-FFF2-40B4-BE49-F238E27FC236}">
                <a16:creationId xmlns:a16="http://schemas.microsoft.com/office/drawing/2014/main" id="{C8E70FC6-FF96-40C9-B2B3-5FC750537008}"/>
              </a:ext>
            </a:extLst>
          </p:cNvPr>
          <p:cNvSpPr>
            <a:spLocks xmlns:a="http://schemas.openxmlformats.org/drawingml/2006/main" noGrp="1"/>
          </p:cNvSpPr>
          <p:nvPr/>
        </p:nvSpPr>
        <p:spPr>
          <a:xfrm xmlns:a="http://schemas.openxmlformats.org/drawingml/2006/main">
            <a:off x="413385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8" name="step-arrow-17-1">
            <a:extLst xmlns:a="http://schemas.openxmlformats.org/drawingml/2006/main">
              <a:ext uri="{FF2B5EF4-FFF2-40B4-BE49-F238E27FC236}">
                <a16:creationId xmlns:a16="http://schemas.microsoft.com/office/drawing/2014/main" id="{C78EAC33-89BD-4E6F-894A-44B39A35ECDD}"/>
              </a:ext>
            </a:extLst>
          </p:cNvPr>
          <p:cNvSpPr>
            <a:spLocks xmlns:a="http://schemas.openxmlformats.org/drawingml/2006/main" noGrp="1"/>
          </p:cNvSpPr>
          <p:nvPr/>
        </p:nvSpPr>
        <p:spPr>
          <a:xfrm xmlns:a="http://schemas.openxmlformats.org/drawingml/2006/main">
            <a:off x="7848600" y="3333750"/>
            <a:ext cx="20955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9" name="step-card-17-0">
            <a:extLst xmlns:a="http://schemas.openxmlformats.org/drawingml/2006/main">
              <a:ext uri="{FF2B5EF4-FFF2-40B4-BE49-F238E27FC236}">
                <a16:creationId xmlns:a16="http://schemas.microsoft.com/office/drawing/2014/main" id="{F6F9D2BF-999E-464C-B4A6-825AEC9970D1}"/>
              </a:ext>
            </a:extLst>
          </p:cNvPr>
          <p:cNvSpPr>
            <a:spLocks xmlns:a="http://schemas.openxmlformats.org/drawingml/2006/main" noGrp="1"/>
          </p:cNvSpPr>
          <p:nvPr/>
        </p:nvSpPr>
        <p:spPr>
          <a:xfrm xmlns:a="http://schemas.openxmlformats.org/drawingml/2006/main">
            <a:off x="6477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0" name="step-band-17-0">
            <a:extLst xmlns:a="http://schemas.openxmlformats.org/drawingml/2006/main">
              <a:ext uri="{FF2B5EF4-FFF2-40B4-BE49-F238E27FC236}">
                <a16:creationId xmlns:a16="http://schemas.microsoft.com/office/drawing/2014/main" id="{11A0743A-5D0F-40A4-8966-DF9D6A3EBA2E}"/>
              </a:ext>
            </a:extLst>
          </p:cNvPr>
          <p:cNvSpPr>
            <a:spLocks xmlns:a="http://schemas.openxmlformats.org/drawingml/2006/main" noGrp="1"/>
          </p:cNvSpPr>
          <p:nvPr/>
        </p:nvSpPr>
        <p:spPr>
          <a:xfrm xmlns:a="http://schemas.openxmlformats.org/drawingml/2006/main">
            <a:off x="647700" y="2362200"/>
            <a:ext cx="3467100" cy="95250"/>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11" name="step-no-17-0">
            <a:extLst xmlns:a="http://schemas.openxmlformats.org/drawingml/2006/main">
              <a:ext uri="{FF2B5EF4-FFF2-40B4-BE49-F238E27FC236}">
                <a16:creationId xmlns:a16="http://schemas.microsoft.com/office/drawing/2014/main" id="{11428786-5E3D-4863-9A48-3B50CE6CF3C0}"/>
              </a:ext>
            </a:extLst>
          </p:cNvPr>
          <p:cNvSpPr>
            <a:spLocks xmlns:a="http://schemas.openxmlformats.org/drawingml/2006/main" noGrp="1"/>
          </p:cNvSpPr>
          <p:nvPr/>
        </p:nvSpPr>
        <p:spPr>
          <a:xfrm xmlns:a="http://schemas.openxmlformats.org/drawingml/2006/main">
            <a:off x="8572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B42318"/>
                </a:solidFill>
              </a:defRPr>
            </a:pPr>
            <a:r>
              <a:rPr sz="3450" b="1">
                <a:solidFill>
                  <a:srgbClr val="B42318"/>
                </a:solidFill>
              </a:rPr>
              <a:t>01</a:t>
            </a:r>
          </a:p>
        </p:txBody>
      </p:sp>
      <p:sp>
        <p:nvSpPr>
          <p:cNvPr id="12" name="step-label-17-0">
            <a:extLst xmlns:a="http://schemas.openxmlformats.org/drawingml/2006/main">
              <a:ext uri="{FF2B5EF4-FFF2-40B4-BE49-F238E27FC236}">
                <a16:creationId xmlns:a16="http://schemas.microsoft.com/office/drawing/2014/main" id="{8196DB42-C4C0-4608-A187-518117299774}"/>
              </a:ext>
            </a:extLst>
          </p:cNvPr>
          <p:cNvSpPr>
            <a:spLocks xmlns:a="http://schemas.openxmlformats.org/drawingml/2006/main" noGrp="1"/>
          </p:cNvSpPr>
          <p:nvPr/>
        </p:nvSpPr>
        <p:spPr>
          <a:xfrm xmlns:a="http://schemas.openxmlformats.org/drawingml/2006/main">
            <a:off x="8572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作為エラー</a:t>
            </a:r>
          </a:p>
        </p:txBody>
      </p:sp>
      <p:sp>
        <p:nvSpPr>
          <p:cNvPr id="13" name="step-rule-17-0">
            <a:extLst xmlns:a="http://schemas.openxmlformats.org/drawingml/2006/main">
              <a:ext uri="{FF2B5EF4-FFF2-40B4-BE49-F238E27FC236}">
                <a16:creationId xmlns:a16="http://schemas.microsoft.com/office/drawing/2014/main" id="{769DE498-6BD7-4353-B3DC-BC0852E681F9}"/>
              </a:ext>
            </a:extLst>
          </p:cNvPr>
          <p:cNvSpPr>
            <a:spLocks xmlns:a="http://schemas.openxmlformats.org/drawingml/2006/main" noGrp="1"/>
          </p:cNvSpPr>
          <p:nvPr/>
        </p:nvSpPr>
        <p:spPr>
          <a:xfrm xmlns:a="http://schemas.openxmlformats.org/drawingml/2006/main">
            <a:off x="857250" y="3800475"/>
            <a:ext cx="876300" cy="28575"/>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14" name="step-detail-17-0">
            <a:extLst xmlns:a="http://schemas.openxmlformats.org/drawingml/2006/main">
              <a:ext uri="{FF2B5EF4-FFF2-40B4-BE49-F238E27FC236}">
                <a16:creationId xmlns:a16="http://schemas.microsoft.com/office/drawing/2014/main" id="{2CA9E90C-3E28-4C92-9AD0-A14507A5F899}"/>
              </a:ext>
            </a:extLst>
          </p:cNvPr>
          <p:cNvSpPr>
            <a:spLocks xmlns:a="http://schemas.openxmlformats.org/drawingml/2006/main" noGrp="1"/>
          </p:cNvSpPr>
          <p:nvPr/>
        </p:nvSpPr>
        <p:spPr>
          <a:xfrm xmlns:a="http://schemas.openxmlformats.org/drawingml/2006/main">
            <a:off x="8572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誤った提案を採用する</a:t>
            </a:r>
          </a:p>
        </p:txBody>
      </p:sp>
      <p:sp>
        <p:nvSpPr>
          <p:cNvPr id="15" name="step-card-17-1">
            <a:extLst xmlns:a="http://schemas.openxmlformats.org/drawingml/2006/main">
              <a:ext uri="{FF2B5EF4-FFF2-40B4-BE49-F238E27FC236}">
                <a16:creationId xmlns:a16="http://schemas.microsoft.com/office/drawing/2014/main" id="{0ABF2916-1B0A-44EE-999C-6F4CF4D85B42}"/>
              </a:ext>
            </a:extLst>
          </p:cNvPr>
          <p:cNvSpPr>
            <a:spLocks xmlns:a="http://schemas.openxmlformats.org/drawingml/2006/main" noGrp="1"/>
          </p:cNvSpPr>
          <p:nvPr/>
        </p:nvSpPr>
        <p:spPr>
          <a:xfrm xmlns:a="http://schemas.openxmlformats.org/drawingml/2006/main">
            <a:off x="436245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16" name="step-band-17-1">
            <a:extLst xmlns:a="http://schemas.openxmlformats.org/drawingml/2006/main">
              <a:ext uri="{FF2B5EF4-FFF2-40B4-BE49-F238E27FC236}">
                <a16:creationId xmlns:a16="http://schemas.microsoft.com/office/drawing/2014/main" id="{C8EDC0CC-2E10-4D52-840A-D31F94AA8007}"/>
              </a:ext>
            </a:extLst>
          </p:cNvPr>
          <p:cNvSpPr>
            <a:spLocks xmlns:a="http://schemas.openxmlformats.org/drawingml/2006/main" noGrp="1"/>
          </p:cNvSpPr>
          <p:nvPr/>
        </p:nvSpPr>
        <p:spPr>
          <a:xfrm xmlns:a="http://schemas.openxmlformats.org/drawingml/2006/main">
            <a:off x="4362450" y="2362200"/>
            <a:ext cx="3467100" cy="952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7" name="step-no-17-1">
            <a:extLst xmlns:a="http://schemas.openxmlformats.org/drawingml/2006/main">
              <a:ext uri="{FF2B5EF4-FFF2-40B4-BE49-F238E27FC236}">
                <a16:creationId xmlns:a16="http://schemas.microsoft.com/office/drawing/2014/main" id="{8BD81D03-BF8C-4336-AA46-7C338589C87D}"/>
              </a:ext>
            </a:extLst>
          </p:cNvPr>
          <p:cNvSpPr>
            <a:spLocks xmlns:a="http://schemas.openxmlformats.org/drawingml/2006/main" noGrp="1"/>
          </p:cNvSpPr>
          <p:nvPr/>
        </p:nvSpPr>
        <p:spPr>
          <a:xfrm xmlns:a="http://schemas.openxmlformats.org/drawingml/2006/main">
            <a:off x="457200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F97316"/>
                </a:solidFill>
              </a:defRPr>
            </a:pPr>
            <a:r>
              <a:rPr sz="3450" b="1">
                <a:solidFill>
                  <a:srgbClr val="F97316"/>
                </a:solidFill>
              </a:rPr>
              <a:t>02</a:t>
            </a:r>
          </a:p>
        </p:txBody>
      </p:sp>
      <p:sp>
        <p:nvSpPr>
          <p:cNvPr id="18" name="step-label-17-1">
            <a:extLst xmlns:a="http://schemas.openxmlformats.org/drawingml/2006/main">
              <a:ext uri="{FF2B5EF4-FFF2-40B4-BE49-F238E27FC236}">
                <a16:creationId xmlns:a16="http://schemas.microsoft.com/office/drawing/2014/main" id="{5589D915-3C83-4059-93D5-83C2F86F3F71}"/>
              </a:ext>
            </a:extLst>
          </p:cNvPr>
          <p:cNvSpPr>
            <a:spLocks xmlns:a="http://schemas.openxmlformats.org/drawingml/2006/main" noGrp="1"/>
          </p:cNvSpPr>
          <p:nvPr/>
        </p:nvSpPr>
        <p:spPr>
          <a:xfrm xmlns:a="http://schemas.openxmlformats.org/drawingml/2006/main">
            <a:off x="457200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不作為エラー</a:t>
            </a:r>
          </a:p>
        </p:txBody>
      </p:sp>
      <p:sp>
        <p:nvSpPr>
          <p:cNvPr id="19" name="step-rule-17-1">
            <a:extLst xmlns:a="http://schemas.openxmlformats.org/drawingml/2006/main">
              <a:ext uri="{FF2B5EF4-FFF2-40B4-BE49-F238E27FC236}">
                <a16:creationId xmlns:a16="http://schemas.microsoft.com/office/drawing/2014/main" id="{11C30293-6C01-4304-9D9A-C0444CFDA207}"/>
              </a:ext>
            </a:extLst>
          </p:cNvPr>
          <p:cNvSpPr>
            <a:spLocks xmlns:a="http://schemas.openxmlformats.org/drawingml/2006/main" noGrp="1"/>
          </p:cNvSpPr>
          <p:nvPr/>
        </p:nvSpPr>
        <p:spPr>
          <a:xfrm xmlns:a="http://schemas.openxmlformats.org/drawingml/2006/main">
            <a:off x="4572000" y="3800475"/>
            <a:ext cx="876300" cy="2857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0" name="step-detail-17-1">
            <a:extLst xmlns:a="http://schemas.openxmlformats.org/drawingml/2006/main">
              <a:ext uri="{FF2B5EF4-FFF2-40B4-BE49-F238E27FC236}">
                <a16:creationId xmlns:a16="http://schemas.microsoft.com/office/drawing/2014/main" id="{2AA1022F-B010-4869-80B1-DFBFB4182A1F}"/>
              </a:ext>
            </a:extLst>
          </p:cNvPr>
          <p:cNvSpPr>
            <a:spLocks xmlns:a="http://schemas.openxmlformats.org/drawingml/2006/main" noGrp="1"/>
          </p:cNvSpPr>
          <p:nvPr/>
        </p:nvSpPr>
        <p:spPr>
          <a:xfrm xmlns:a="http://schemas.openxmlformats.org/drawingml/2006/main">
            <a:off x="457200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警告がないため問題を見逃す</a:t>
            </a:r>
          </a:p>
        </p:txBody>
      </p:sp>
      <p:sp>
        <p:nvSpPr>
          <p:cNvPr id="21" name="step-card-17-2">
            <a:extLst xmlns:a="http://schemas.openxmlformats.org/drawingml/2006/main">
              <a:ext uri="{FF2B5EF4-FFF2-40B4-BE49-F238E27FC236}">
                <a16:creationId xmlns:a16="http://schemas.microsoft.com/office/drawing/2014/main" id="{76F00DD2-08EE-49E4-9AC0-718B8D451D7C}"/>
              </a:ext>
            </a:extLst>
          </p:cNvPr>
          <p:cNvSpPr>
            <a:spLocks xmlns:a="http://schemas.openxmlformats.org/drawingml/2006/main" noGrp="1"/>
          </p:cNvSpPr>
          <p:nvPr/>
        </p:nvSpPr>
        <p:spPr>
          <a:xfrm xmlns:a="http://schemas.openxmlformats.org/drawingml/2006/main">
            <a:off x="8077200" y="2362200"/>
            <a:ext cx="3467100" cy="2495550"/>
          </a:xfrm>
          <a:prstGeom xmlns:a="http://schemas.openxmlformats.org/drawingml/2006/main" prst="roundRect">
            <a:avLst>
              <a:gd name="adj" fmla="val 4580"/>
            </a:avLst>
          </a:prstGeom>
          <a:solidFill xmlns:a="http://schemas.openxmlformats.org/drawingml/2006/main">
            <a:srgbClr val="FFFFFF"/>
          </a:solidFill>
          <a:ln xmlns:a="http://schemas.openxmlformats.org/drawingml/2006/main" w="9525">
            <a:solidFill>
              <a:srgbClr val="D3DEE3"/>
            </a:solidFill>
            <a:prstDash val="solid"/>
          </a:ln>
        </p:spPr>
      </p:sp>
      <p:sp>
        <p:nvSpPr>
          <p:cNvPr id="22" name="step-band-17-2">
            <a:extLst xmlns:a="http://schemas.openxmlformats.org/drawingml/2006/main">
              <a:ext uri="{FF2B5EF4-FFF2-40B4-BE49-F238E27FC236}">
                <a16:creationId xmlns:a16="http://schemas.microsoft.com/office/drawing/2014/main" id="{00E84831-4A24-4744-B348-276BCA065A52}"/>
              </a:ext>
            </a:extLst>
          </p:cNvPr>
          <p:cNvSpPr>
            <a:spLocks xmlns:a="http://schemas.openxmlformats.org/drawingml/2006/main" noGrp="1"/>
          </p:cNvSpPr>
          <p:nvPr/>
        </p:nvSpPr>
        <p:spPr>
          <a:xfrm xmlns:a="http://schemas.openxmlformats.org/drawingml/2006/main">
            <a:off x="8077200" y="2362200"/>
            <a:ext cx="3467100" cy="9525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3" name="step-no-17-2">
            <a:extLst xmlns:a="http://schemas.openxmlformats.org/drawingml/2006/main">
              <a:ext uri="{FF2B5EF4-FFF2-40B4-BE49-F238E27FC236}">
                <a16:creationId xmlns:a16="http://schemas.microsoft.com/office/drawing/2014/main" id="{5ABBA460-1D1B-4619-AADB-18F809AF66C4}"/>
              </a:ext>
            </a:extLst>
          </p:cNvPr>
          <p:cNvSpPr>
            <a:spLocks xmlns:a="http://schemas.openxmlformats.org/drawingml/2006/main" noGrp="1"/>
          </p:cNvSpPr>
          <p:nvPr/>
        </p:nvSpPr>
        <p:spPr>
          <a:xfrm xmlns:a="http://schemas.openxmlformats.org/drawingml/2006/main">
            <a:off x="8286750" y="2571750"/>
            <a:ext cx="76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450" b="1">
                <a:solidFill>
                  <a:srgbClr val="0B6B66"/>
                </a:solidFill>
              </a:defRPr>
            </a:pPr>
            <a:r>
              <a:rPr sz="3450" b="1">
                <a:solidFill>
                  <a:srgbClr val="0B6B66"/>
                </a:solidFill>
              </a:rPr>
              <a:t>03</a:t>
            </a:r>
          </a:p>
        </p:txBody>
      </p:sp>
      <p:sp>
        <p:nvSpPr>
          <p:cNvPr id="24" name="step-label-17-2">
            <a:extLst xmlns:a="http://schemas.openxmlformats.org/drawingml/2006/main">
              <a:ext uri="{FF2B5EF4-FFF2-40B4-BE49-F238E27FC236}">
                <a16:creationId xmlns:a16="http://schemas.microsoft.com/office/drawing/2014/main" id="{5CA13B77-AFA3-4795-B6BE-C142E8F2D30F}"/>
              </a:ext>
            </a:extLst>
          </p:cNvPr>
          <p:cNvSpPr>
            <a:spLocks xmlns:a="http://schemas.openxmlformats.org/drawingml/2006/main" noGrp="1"/>
          </p:cNvSpPr>
          <p:nvPr/>
        </p:nvSpPr>
        <p:spPr>
          <a:xfrm xmlns:a="http://schemas.openxmlformats.org/drawingml/2006/main">
            <a:off x="8286750" y="322897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025" b="1">
                <a:solidFill>
                  <a:srgbClr val="102A43"/>
                </a:solidFill>
              </a:defRPr>
            </a:pPr>
            <a:r>
              <a:rPr sz="2025" b="1">
                <a:solidFill>
                  <a:srgbClr val="102A43"/>
                </a:solidFill>
              </a:rPr>
              <a:t>対策</a:t>
            </a:r>
          </a:p>
        </p:txBody>
      </p:sp>
      <p:sp>
        <p:nvSpPr>
          <p:cNvPr id="25" name="step-rule-17-2">
            <a:extLst xmlns:a="http://schemas.openxmlformats.org/drawingml/2006/main">
              <a:ext uri="{FF2B5EF4-FFF2-40B4-BE49-F238E27FC236}">
                <a16:creationId xmlns:a16="http://schemas.microsoft.com/office/drawing/2014/main" id="{6572FCAC-1ED9-4DA8-8895-A918217520D4}"/>
              </a:ext>
            </a:extLst>
          </p:cNvPr>
          <p:cNvSpPr>
            <a:spLocks xmlns:a="http://schemas.openxmlformats.org/drawingml/2006/main" noGrp="1"/>
          </p:cNvSpPr>
          <p:nvPr/>
        </p:nvSpPr>
        <p:spPr>
          <a:xfrm xmlns:a="http://schemas.openxmlformats.org/drawingml/2006/main">
            <a:off x="8286750" y="3800475"/>
            <a:ext cx="876300" cy="28575"/>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6" name="step-detail-17-2">
            <a:extLst xmlns:a="http://schemas.openxmlformats.org/drawingml/2006/main">
              <a:ext uri="{FF2B5EF4-FFF2-40B4-BE49-F238E27FC236}">
                <a16:creationId xmlns:a16="http://schemas.microsoft.com/office/drawing/2014/main" id="{11567225-A4BA-453E-9A2B-1487916C5412}"/>
              </a:ext>
            </a:extLst>
          </p:cNvPr>
          <p:cNvSpPr>
            <a:spLocks xmlns:a="http://schemas.openxmlformats.org/drawingml/2006/main" noGrp="1"/>
          </p:cNvSpPr>
          <p:nvPr/>
        </p:nvSpPr>
        <p:spPr>
          <a:xfrm xmlns:a="http://schemas.openxmlformats.org/drawingml/2006/main">
            <a:off x="8286750" y="3952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270"/>
                </a:solidFill>
              </a:defRPr>
            </a:pPr>
            <a:r>
              <a:rPr sz="1500" b="0">
                <a:solidFill>
                  <a:srgbClr val="526270"/>
                </a:solidFill>
              </a:rPr>
              <a:t>独立した確認観点と責任者を決める</a:t>
            </a:r>
          </a:p>
        </p:txBody>
      </p:sp>
      <p:sp>
        <p:nvSpPr>
          <p:cNvPr id="27" name="body-callout-17">
            <a:extLst xmlns:a="http://schemas.openxmlformats.org/drawingml/2006/main">
              <a:ext uri="{FF2B5EF4-FFF2-40B4-BE49-F238E27FC236}">
                <a16:creationId xmlns:a16="http://schemas.microsoft.com/office/drawing/2014/main" id="{42E59BB5-E135-478F-9BE1-418351F126AE}"/>
              </a:ext>
            </a:extLst>
          </p:cNvPr>
          <p:cNvSpPr>
            <a:spLocks xmlns:a="http://schemas.openxmlformats.org/drawingml/2006/main" noGrp="1"/>
          </p:cNvSpPr>
          <p:nvPr/>
        </p:nvSpPr>
        <p:spPr>
          <a:xfrm xmlns:a="http://schemas.openxmlformats.org/drawingml/2006/main">
            <a:off x="647700" y="51625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28" name="body-text-17">
            <a:extLst xmlns:a="http://schemas.openxmlformats.org/drawingml/2006/main">
              <a:ext uri="{FF2B5EF4-FFF2-40B4-BE49-F238E27FC236}">
                <a16:creationId xmlns:a16="http://schemas.microsoft.com/office/drawing/2014/main" id="{38064FA6-07FD-4C43-BD73-E90811C58D99}"/>
              </a:ext>
            </a:extLst>
          </p:cNvPr>
          <p:cNvSpPr>
            <a:spLocks xmlns:a="http://schemas.openxmlformats.org/drawingml/2006/main" noGrp="1"/>
          </p:cNvSpPr>
          <p:nvPr/>
        </p:nvSpPr>
        <p:spPr>
          <a:xfrm xmlns:a="http://schemas.openxmlformats.org/drawingml/2006/main">
            <a:off x="819150" y="52101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重要工程では確認者、観点、根拠、承認条件を先に決める</a:t>
            </a:r>
          </a:p>
        </p:txBody>
      </p:sp>
      <p:sp>
        <p:nvSpPr>
          <p:cNvPr id="29" name="footer-rule-17">
            <a:extLst xmlns:a="http://schemas.openxmlformats.org/drawingml/2006/main">
              <a:ext uri="{FF2B5EF4-FFF2-40B4-BE49-F238E27FC236}">
                <a16:creationId xmlns:a16="http://schemas.microsoft.com/office/drawing/2014/main" id="{CA22A4A2-D272-4219-A81E-68D56E9CD92E}"/>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0" name="footer-source-17">
            <a:extLst xmlns:a="http://schemas.openxmlformats.org/drawingml/2006/main">
              <a:ext uri="{FF2B5EF4-FFF2-40B4-BE49-F238E27FC236}">
                <a16:creationId xmlns:a16="http://schemas.microsoft.com/office/drawing/2014/main" id="{3491A139-1212-4536-9F77-30FD15D94938}"/>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[8] [12] [13]｜基準日 2026年8月27日｜v1.0.0</a:t>
            </a:r>
          </a:p>
        </p:txBody>
      </p:sp>
      <p:sp>
        <p:nvSpPr>
          <p:cNvPr id="31" name="footer-no-17">
            <a:extLst xmlns:a="http://schemas.openxmlformats.org/drawingml/2006/main">
              <a:ext uri="{FF2B5EF4-FFF2-40B4-BE49-F238E27FC236}">
                <a16:creationId xmlns:a16="http://schemas.microsoft.com/office/drawing/2014/main" id="{3DD31E4E-4D73-44B1-8951-DB7E4D3D240B}"/>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17 / 20</a:t>
            </a:r>
          </a:p>
        </p:txBody>
      </p:sp>
    </p:spTree>
    <p:extLst>
      <p:ext uri="{BB962C8B-B14F-4D97-AF65-F5344CB8AC3E}">
        <p14:creationId xmlns:p14="http://schemas.microsoft.com/office/powerpoint/2010/main" val="1529418518"/>
      </p:ext>
    </p:extLst>
  </p:cSld>
</p:sld>
</file>

<file path=ppt/slides/slide1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0" name="accent-18">
            <a:extLst xmlns:a="http://schemas.openxmlformats.org/drawingml/2006/main">
              <a:ext uri="{FF2B5EF4-FFF2-40B4-BE49-F238E27FC236}">
                <a16:creationId xmlns:a16="http://schemas.microsoft.com/office/drawing/2014/main" id="{C59CEA3F-CEEC-488E-AFE7-E1128B48CAD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8">
            <a:extLst xmlns:a="http://schemas.openxmlformats.org/drawingml/2006/main">
              <a:ext uri="{FF2B5EF4-FFF2-40B4-BE49-F238E27FC236}">
                <a16:creationId xmlns:a16="http://schemas.microsoft.com/office/drawing/2014/main" id="{724E4258-7A5C-4C91-AE92-A7BBE7C44D60}"/>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実践演習</a:t>
            </a:r>
          </a:p>
        </p:txBody>
      </p:sp>
      <p:sp>
        <p:nvSpPr>
          <p:cNvPr id="3" name="label-18">
            <a:extLst xmlns:a="http://schemas.openxmlformats.org/drawingml/2006/main">
              <a:ext uri="{FF2B5EF4-FFF2-40B4-BE49-F238E27FC236}">
                <a16:creationId xmlns:a16="http://schemas.microsoft.com/office/drawing/2014/main" id="{7734CD7F-1ACA-4015-8A23-0389A8F27958}"/>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演習</a:t>
            </a:r>
          </a:p>
        </p:txBody>
      </p:sp>
      <p:sp>
        <p:nvSpPr>
          <p:cNvPr id="4" name="title-18">
            <a:extLst xmlns:a="http://schemas.openxmlformats.org/drawingml/2006/main">
              <a:ext uri="{FF2B5EF4-FFF2-40B4-BE49-F238E27FC236}">
                <a16:creationId xmlns:a16="http://schemas.microsoft.com/office/drawing/2014/main" id="{C4F9E067-BCCB-4A42-B177-C6FECBB545BB}"/>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3つの依頼を安全な仕事へ変える</a:t>
            </a:r>
          </a:p>
        </p:txBody>
      </p:sp>
      <p:sp>
        <p:nvSpPr>
          <p:cNvPr id="5" name="title-rule-18">
            <a:extLst xmlns:a="http://schemas.openxmlformats.org/drawingml/2006/main">
              <a:ext uri="{FF2B5EF4-FFF2-40B4-BE49-F238E27FC236}">
                <a16:creationId xmlns:a16="http://schemas.microsoft.com/office/drawing/2014/main" id="{FF1DDDCF-8859-4219-B473-E7612D8809EF}"/>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8">
            <a:extLst xmlns:a="http://schemas.openxmlformats.org/drawingml/2006/main">
              <a:ext uri="{FF2B5EF4-FFF2-40B4-BE49-F238E27FC236}">
                <a16:creationId xmlns:a16="http://schemas.microsoft.com/office/drawing/2014/main" id="{FD962976-E442-4B2A-8ED5-3D3086989D49}"/>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まず自分で考える。曖昧さ、根拠確認、機密情報の3つを順に改善する。</a:t>
            </a:r>
          </a:p>
        </p:txBody>
      </p:sp>
      <p:sp>
        <p:nvSpPr>
          <p:cNvPr id="7" name="practice-mascot-disc">
            <a:extLst xmlns:a="http://schemas.openxmlformats.org/drawingml/2006/main">
              <a:ext uri="{FF2B5EF4-FFF2-40B4-BE49-F238E27FC236}">
                <a16:creationId xmlns:a16="http://schemas.microsoft.com/office/drawing/2014/main" id="{5E740046-8675-41EA-93D3-87E468F54C83}"/>
              </a:ext>
            </a:extLst>
          </p:cNvPr>
          <p:cNvSpPr>
            <a:spLocks xmlns:a="http://schemas.openxmlformats.org/drawingml/2006/main" noGrp="1"/>
          </p:cNvSpPr>
          <p:nvPr/>
        </p:nvSpPr>
        <p:spPr>
          <a:xfrm xmlns:a="http://schemas.openxmlformats.org/drawingml/2006/main">
            <a:off x="704850" y="2362200"/>
            <a:ext cx="2724150" cy="2724150"/>
          </a:xfrm>
          <a:prstGeom xmlns:a="http://schemas.openxmlformats.org/drawingml/2006/main" prst="ellipse">
            <a:avLst/>
          </a:prstGeom>
          <a:solidFill xmlns:a="http://schemas.openxmlformats.org/drawingml/2006/main">
            <a:srgbClr val="D9EFEC"/>
          </a:solidFill>
          <a:ln xmlns:a="http://schemas.openxmlformats.org/drawingml/2006/main" w="0">
            <a:noFill/>
            <a:prstDash val="solid"/>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f353d80c3af745f6"/>
          <a:stretch xmlns:a="http://schemas.openxmlformats.org/drawingml/2006/main"/>
        </p:blipFill>
        <p:spPr>
          <a:xfrm xmlns:a="http://schemas.openxmlformats.org/drawingml/2006/main">
            <a:off x="1010781" y="2571750"/>
            <a:ext cx="2112288" cy="2152650"/>
          </a:xfrm>
          <a:prstGeom xmlns:a="http://schemas.openxmlformats.org/drawingml/2006/main" prst="rect">
            <a:avLst/>
          </a:prstGeom>
        </p:spPr>
      </p:pic>
      <p:sp>
        <p:nvSpPr>
          <p:cNvPr id="9" name="practice-safety">
            <a:extLst xmlns:a="http://schemas.openxmlformats.org/drawingml/2006/main">
              <a:ext uri="{FF2B5EF4-FFF2-40B4-BE49-F238E27FC236}">
                <a16:creationId xmlns:a16="http://schemas.microsoft.com/office/drawing/2014/main" id="{C8C4239F-8356-44E9-B14F-AA062D993A64}"/>
              </a:ext>
            </a:extLst>
          </p:cNvPr>
          <p:cNvSpPr>
            <a:spLocks xmlns:a="http://schemas.openxmlformats.org/drawingml/2006/main" noGrp="1"/>
          </p:cNvSpPr>
          <p:nvPr/>
        </p:nvSpPr>
        <p:spPr>
          <a:xfrm xmlns:a="http://schemas.openxmlformats.org/drawingml/2006/main">
            <a:off x="742950" y="50673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B42318"/>
                </a:solidFill>
              </a:defRPr>
            </a:pPr>
            <a:r>
              <a:rPr sz="1350" b="1">
                <a:solidFill>
                  <a:srgbClr val="B42318"/>
                </a:solidFill>
              </a:rPr>
              <a:t>実在の個人・会社・案件情報は使わない</a:t>
            </a:r>
          </a:p>
        </p:txBody>
      </p:sp>
      <p:sp>
        <p:nvSpPr>
          <p:cNvPr id="10" name="practice-row-0">
            <a:extLst xmlns:a="http://schemas.openxmlformats.org/drawingml/2006/main">
              <a:ext uri="{FF2B5EF4-FFF2-40B4-BE49-F238E27FC236}">
                <a16:creationId xmlns:a16="http://schemas.microsoft.com/office/drawing/2014/main" id="{B0E46743-F280-46BD-AA37-1961CD9BDB69}"/>
              </a:ext>
            </a:extLst>
          </p:cNvPr>
          <p:cNvSpPr>
            <a:spLocks xmlns:a="http://schemas.openxmlformats.org/drawingml/2006/main" noGrp="1"/>
          </p:cNvSpPr>
          <p:nvPr/>
        </p:nvSpPr>
        <p:spPr>
          <a:xfrm xmlns:a="http://schemas.openxmlformats.org/drawingml/2006/main">
            <a:off x="3924300" y="2362200"/>
            <a:ext cx="7543800" cy="781050"/>
          </a:xfrm>
          <a:prstGeom xmlns:a="http://schemas.openxmlformats.org/drawingml/2006/main" prst="roundRect">
            <a:avLst>
              <a:gd name="adj" fmla="val 14634"/>
            </a:avLst>
          </a:prstGeom>
          <a:solidFill xmlns:a="http://schemas.openxmlformats.org/drawingml/2006/main">
            <a:srgbClr val="FFFFFF"/>
          </a:solidFill>
          <a:ln xmlns:a="http://schemas.openxmlformats.org/drawingml/2006/main" w="9525">
            <a:solidFill>
              <a:srgbClr val="D3DEE3"/>
            </a:solidFill>
            <a:prstDash val="solid"/>
          </a:ln>
        </p:spPr>
      </p:sp>
      <p:sp>
        <p:nvSpPr>
          <p:cNvPr id="11" name="practice-num-disc-0">
            <a:extLst xmlns:a="http://schemas.openxmlformats.org/drawingml/2006/main">
              <a:ext uri="{FF2B5EF4-FFF2-40B4-BE49-F238E27FC236}">
                <a16:creationId xmlns:a16="http://schemas.microsoft.com/office/drawing/2014/main" id="{3D00D569-8DA7-44B3-8470-226401B990CA}"/>
              </a:ext>
            </a:extLst>
          </p:cNvPr>
          <p:cNvSpPr>
            <a:spLocks xmlns:a="http://schemas.openxmlformats.org/drawingml/2006/main" noGrp="1"/>
          </p:cNvSpPr>
          <p:nvPr/>
        </p:nvSpPr>
        <p:spPr>
          <a:xfrm xmlns:a="http://schemas.openxmlformats.org/drawingml/2006/main">
            <a:off x="4095750" y="2524125"/>
            <a:ext cx="457200" cy="4572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practice-num-0">
            <a:extLst xmlns:a="http://schemas.openxmlformats.org/drawingml/2006/main">
              <a:ext uri="{FF2B5EF4-FFF2-40B4-BE49-F238E27FC236}">
                <a16:creationId xmlns:a16="http://schemas.microsoft.com/office/drawing/2014/main" id="{E5DD973F-06C5-40C0-92FD-DA2129BFE0A3}"/>
              </a:ext>
            </a:extLst>
          </p:cNvPr>
          <p:cNvSpPr>
            <a:spLocks xmlns:a="http://schemas.openxmlformats.org/drawingml/2006/main" noGrp="1"/>
          </p:cNvSpPr>
          <p:nvPr/>
        </p:nvSpPr>
        <p:spPr>
          <a:xfrm xmlns:a="http://schemas.openxmlformats.org/drawingml/2006/main">
            <a:off x="4095750" y="2514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1</a:t>
            </a:r>
          </a:p>
        </p:txBody>
      </p:sp>
      <p:sp>
        <p:nvSpPr>
          <p:cNvPr id="13" name="practice-label-0">
            <a:extLst xmlns:a="http://schemas.openxmlformats.org/drawingml/2006/main">
              <a:ext uri="{FF2B5EF4-FFF2-40B4-BE49-F238E27FC236}">
                <a16:creationId xmlns:a16="http://schemas.microsoft.com/office/drawing/2014/main" id="{D196AE3E-898D-4EF5-8A51-ACA7C20C649F}"/>
              </a:ext>
            </a:extLst>
          </p:cNvPr>
          <p:cNvSpPr>
            <a:spLocks xmlns:a="http://schemas.openxmlformats.org/drawingml/2006/main" noGrp="1"/>
          </p:cNvSpPr>
          <p:nvPr/>
        </p:nvSpPr>
        <p:spPr>
          <a:xfrm xmlns:a="http://schemas.openxmlformats.org/drawingml/2006/main">
            <a:off x="4762500" y="244792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演習1</a:t>
            </a:r>
          </a:p>
        </p:txBody>
      </p:sp>
      <p:sp>
        <p:nvSpPr>
          <p:cNvPr id="14" name="practice-detail-0">
            <a:extLst xmlns:a="http://schemas.openxmlformats.org/drawingml/2006/main">
              <a:ext uri="{FF2B5EF4-FFF2-40B4-BE49-F238E27FC236}">
                <a16:creationId xmlns:a16="http://schemas.microsoft.com/office/drawing/2014/main" id="{F7612742-38A1-42D7-8AAE-72FB152465FE}"/>
              </a:ext>
            </a:extLst>
          </p:cNvPr>
          <p:cNvSpPr>
            <a:spLocks xmlns:a="http://schemas.openxmlformats.org/drawingml/2006/main" noGrp="1"/>
          </p:cNvSpPr>
          <p:nvPr/>
        </p:nvSpPr>
        <p:spPr>
          <a:xfrm xmlns:a="http://schemas.openxmlformats.org/drawingml/2006/main">
            <a:off x="6591300" y="2438400"/>
            <a:ext cx="4629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曖昧な依頼を4要素へ</a:t>
            </a:r>
          </a:p>
        </p:txBody>
      </p:sp>
      <p:sp>
        <p:nvSpPr>
          <p:cNvPr id="15" name="practice-row-1">
            <a:extLst xmlns:a="http://schemas.openxmlformats.org/drawingml/2006/main">
              <a:ext uri="{FF2B5EF4-FFF2-40B4-BE49-F238E27FC236}">
                <a16:creationId xmlns:a16="http://schemas.microsoft.com/office/drawing/2014/main" id="{82CF30D6-5B05-4F47-A5B1-547C5309E758}"/>
              </a:ext>
            </a:extLst>
          </p:cNvPr>
          <p:cNvSpPr>
            <a:spLocks xmlns:a="http://schemas.openxmlformats.org/drawingml/2006/main" noGrp="1"/>
          </p:cNvSpPr>
          <p:nvPr/>
        </p:nvSpPr>
        <p:spPr>
          <a:xfrm xmlns:a="http://schemas.openxmlformats.org/drawingml/2006/main">
            <a:off x="3924300" y="3324225"/>
            <a:ext cx="7543800" cy="781050"/>
          </a:xfrm>
          <a:prstGeom xmlns:a="http://schemas.openxmlformats.org/drawingml/2006/main" prst="roundRect">
            <a:avLst>
              <a:gd name="adj" fmla="val 14634"/>
            </a:avLst>
          </a:prstGeom>
          <a:solidFill xmlns:a="http://schemas.openxmlformats.org/drawingml/2006/main">
            <a:srgbClr val="FFFFFF"/>
          </a:solidFill>
          <a:ln xmlns:a="http://schemas.openxmlformats.org/drawingml/2006/main" w="9525">
            <a:solidFill>
              <a:srgbClr val="D3DEE3"/>
            </a:solidFill>
            <a:prstDash val="solid"/>
          </a:ln>
        </p:spPr>
      </p:sp>
      <p:sp>
        <p:nvSpPr>
          <p:cNvPr id="16" name="practice-num-disc-1">
            <a:extLst xmlns:a="http://schemas.openxmlformats.org/drawingml/2006/main">
              <a:ext uri="{FF2B5EF4-FFF2-40B4-BE49-F238E27FC236}">
                <a16:creationId xmlns:a16="http://schemas.microsoft.com/office/drawing/2014/main" id="{907770DE-D2D7-4B72-B479-E6C44ADF79ED}"/>
              </a:ext>
            </a:extLst>
          </p:cNvPr>
          <p:cNvSpPr>
            <a:spLocks xmlns:a="http://schemas.openxmlformats.org/drawingml/2006/main" noGrp="1"/>
          </p:cNvSpPr>
          <p:nvPr/>
        </p:nvSpPr>
        <p:spPr>
          <a:xfrm xmlns:a="http://schemas.openxmlformats.org/drawingml/2006/main">
            <a:off x="4095750" y="3486150"/>
            <a:ext cx="457200" cy="457200"/>
          </a:xfrm>
          <a:prstGeom xmlns:a="http://schemas.openxmlformats.org/drawingml/2006/main" prst="ellipse">
            <a:avLst/>
          </a:prstGeom>
          <a:solidFill xmlns:a="http://schemas.openxmlformats.org/drawingml/2006/main">
            <a:srgbClr val="F97316"/>
          </a:solidFill>
          <a:ln xmlns:a="http://schemas.openxmlformats.org/drawingml/2006/main" w="0">
            <a:noFill/>
            <a:prstDash val="solid"/>
          </a:ln>
        </p:spPr>
      </p:sp>
      <p:sp>
        <p:nvSpPr>
          <p:cNvPr id="17" name="practice-num-1">
            <a:extLst xmlns:a="http://schemas.openxmlformats.org/drawingml/2006/main">
              <a:ext uri="{FF2B5EF4-FFF2-40B4-BE49-F238E27FC236}">
                <a16:creationId xmlns:a16="http://schemas.microsoft.com/office/drawing/2014/main" id="{6BCE6ADB-DD27-4CA1-987A-1334BAE62AFD}"/>
              </a:ext>
            </a:extLst>
          </p:cNvPr>
          <p:cNvSpPr>
            <a:spLocks xmlns:a="http://schemas.openxmlformats.org/drawingml/2006/main" noGrp="1"/>
          </p:cNvSpPr>
          <p:nvPr/>
        </p:nvSpPr>
        <p:spPr>
          <a:xfrm xmlns:a="http://schemas.openxmlformats.org/drawingml/2006/main">
            <a:off x="4095750" y="3476625"/>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2</a:t>
            </a:r>
          </a:p>
        </p:txBody>
      </p:sp>
      <p:sp>
        <p:nvSpPr>
          <p:cNvPr id="18" name="practice-label-1">
            <a:extLst xmlns:a="http://schemas.openxmlformats.org/drawingml/2006/main">
              <a:ext uri="{FF2B5EF4-FFF2-40B4-BE49-F238E27FC236}">
                <a16:creationId xmlns:a16="http://schemas.microsoft.com/office/drawing/2014/main" id="{D52831FA-AE94-4D11-B90D-CB0E6425CF34}"/>
              </a:ext>
            </a:extLst>
          </p:cNvPr>
          <p:cNvSpPr>
            <a:spLocks xmlns:a="http://schemas.openxmlformats.org/drawingml/2006/main" noGrp="1"/>
          </p:cNvSpPr>
          <p:nvPr/>
        </p:nvSpPr>
        <p:spPr>
          <a:xfrm xmlns:a="http://schemas.openxmlformats.org/drawingml/2006/main">
            <a:off x="4762500" y="34099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演習2</a:t>
            </a:r>
          </a:p>
        </p:txBody>
      </p:sp>
      <p:sp>
        <p:nvSpPr>
          <p:cNvPr id="19" name="practice-detail-1">
            <a:extLst xmlns:a="http://schemas.openxmlformats.org/drawingml/2006/main">
              <a:ext uri="{FF2B5EF4-FFF2-40B4-BE49-F238E27FC236}">
                <a16:creationId xmlns:a16="http://schemas.microsoft.com/office/drawing/2014/main" id="{F43ACB18-8B16-4847-81D8-93F1217961C3}"/>
              </a:ext>
            </a:extLst>
          </p:cNvPr>
          <p:cNvSpPr>
            <a:spLocks xmlns:a="http://schemas.openxmlformats.org/drawingml/2006/main" noGrp="1"/>
          </p:cNvSpPr>
          <p:nvPr/>
        </p:nvSpPr>
        <p:spPr>
          <a:xfrm xmlns:a="http://schemas.openxmlformats.org/drawingml/2006/main">
            <a:off x="6591300" y="3400425"/>
            <a:ext cx="4629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一次資料の確認手順を追加</a:t>
            </a:r>
          </a:p>
        </p:txBody>
      </p:sp>
      <p:sp>
        <p:nvSpPr>
          <p:cNvPr id="20" name="practice-row-2">
            <a:extLst xmlns:a="http://schemas.openxmlformats.org/drawingml/2006/main">
              <a:ext uri="{FF2B5EF4-FFF2-40B4-BE49-F238E27FC236}">
                <a16:creationId xmlns:a16="http://schemas.microsoft.com/office/drawing/2014/main" id="{6BEEA8C9-495A-4B63-AA76-956A39F38E3E}"/>
              </a:ext>
            </a:extLst>
          </p:cNvPr>
          <p:cNvSpPr>
            <a:spLocks xmlns:a="http://schemas.openxmlformats.org/drawingml/2006/main" noGrp="1"/>
          </p:cNvSpPr>
          <p:nvPr/>
        </p:nvSpPr>
        <p:spPr>
          <a:xfrm xmlns:a="http://schemas.openxmlformats.org/drawingml/2006/main">
            <a:off x="3924300" y="4286250"/>
            <a:ext cx="7543800" cy="781050"/>
          </a:xfrm>
          <a:prstGeom xmlns:a="http://schemas.openxmlformats.org/drawingml/2006/main" prst="roundRect">
            <a:avLst>
              <a:gd name="adj" fmla="val 14634"/>
            </a:avLst>
          </a:prstGeom>
          <a:solidFill xmlns:a="http://schemas.openxmlformats.org/drawingml/2006/main">
            <a:srgbClr val="FFFFFF"/>
          </a:solidFill>
          <a:ln xmlns:a="http://schemas.openxmlformats.org/drawingml/2006/main" w="9525">
            <a:solidFill>
              <a:srgbClr val="D3DEE3"/>
            </a:solidFill>
            <a:prstDash val="solid"/>
          </a:ln>
        </p:spPr>
      </p:sp>
      <p:sp>
        <p:nvSpPr>
          <p:cNvPr id="21" name="practice-num-disc-2">
            <a:extLst xmlns:a="http://schemas.openxmlformats.org/drawingml/2006/main">
              <a:ext uri="{FF2B5EF4-FFF2-40B4-BE49-F238E27FC236}">
                <a16:creationId xmlns:a16="http://schemas.microsoft.com/office/drawing/2014/main" id="{BA26C6D0-AB3C-4D1F-84B4-48B26EAD4D80}"/>
              </a:ext>
            </a:extLst>
          </p:cNvPr>
          <p:cNvSpPr>
            <a:spLocks xmlns:a="http://schemas.openxmlformats.org/drawingml/2006/main" noGrp="1"/>
          </p:cNvSpPr>
          <p:nvPr/>
        </p:nvSpPr>
        <p:spPr>
          <a:xfrm xmlns:a="http://schemas.openxmlformats.org/drawingml/2006/main">
            <a:off x="4095750" y="4448175"/>
            <a:ext cx="457200" cy="457200"/>
          </a:xfrm>
          <a:prstGeom xmlns:a="http://schemas.openxmlformats.org/drawingml/2006/main" prst="ellipse">
            <a:avLst/>
          </a:prstGeom>
          <a:solidFill xmlns:a="http://schemas.openxmlformats.org/drawingml/2006/main">
            <a:srgbClr val="0F6B8A"/>
          </a:solidFill>
          <a:ln xmlns:a="http://schemas.openxmlformats.org/drawingml/2006/main" w="0">
            <a:noFill/>
            <a:prstDash val="solid"/>
          </a:ln>
        </p:spPr>
      </p:sp>
      <p:sp>
        <p:nvSpPr>
          <p:cNvPr id="22" name="practice-num-2">
            <a:extLst xmlns:a="http://schemas.openxmlformats.org/drawingml/2006/main">
              <a:ext uri="{FF2B5EF4-FFF2-40B4-BE49-F238E27FC236}">
                <a16:creationId xmlns:a16="http://schemas.microsoft.com/office/drawing/2014/main" id="{71CE7556-4E7A-471E-8881-0EF8DD4990B3}"/>
              </a:ext>
            </a:extLst>
          </p:cNvPr>
          <p:cNvSpPr>
            <a:spLocks xmlns:a="http://schemas.openxmlformats.org/drawingml/2006/main" noGrp="1"/>
          </p:cNvSpPr>
          <p:nvPr/>
        </p:nvSpPr>
        <p:spPr>
          <a:xfrm xmlns:a="http://schemas.openxmlformats.org/drawingml/2006/main">
            <a:off x="4095750" y="443865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3</a:t>
            </a:r>
          </a:p>
        </p:txBody>
      </p:sp>
      <p:sp>
        <p:nvSpPr>
          <p:cNvPr id="23" name="practice-label-2">
            <a:extLst xmlns:a="http://schemas.openxmlformats.org/drawingml/2006/main">
              <a:ext uri="{FF2B5EF4-FFF2-40B4-BE49-F238E27FC236}">
                <a16:creationId xmlns:a16="http://schemas.microsoft.com/office/drawing/2014/main" id="{77CB7AE5-B90A-4F29-8852-E71216622D93}"/>
              </a:ext>
            </a:extLst>
          </p:cNvPr>
          <p:cNvSpPr>
            <a:spLocks xmlns:a="http://schemas.openxmlformats.org/drawingml/2006/main" noGrp="1"/>
          </p:cNvSpPr>
          <p:nvPr/>
        </p:nvSpPr>
        <p:spPr>
          <a:xfrm xmlns:a="http://schemas.openxmlformats.org/drawingml/2006/main">
            <a:off x="4762500" y="4371975"/>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800" b="1">
                <a:solidFill>
                  <a:srgbClr val="102A43"/>
                </a:solidFill>
              </a:defRPr>
            </a:pPr>
            <a:r>
              <a:rPr sz="1800" b="1">
                <a:solidFill>
                  <a:srgbClr val="102A43"/>
                </a:solidFill>
              </a:rPr>
              <a:t>演習3</a:t>
            </a:r>
          </a:p>
        </p:txBody>
      </p:sp>
      <p:sp>
        <p:nvSpPr>
          <p:cNvPr id="24" name="practice-detail-2">
            <a:extLst xmlns:a="http://schemas.openxmlformats.org/drawingml/2006/main">
              <a:ext uri="{FF2B5EF4-FFF2-40B4-BE49-F238E27FC236}">
                <a16:creationId xmlns:a16="http://schemas.microsoft.com/office/drawing/2014/main" id="{56CBEBB9-DAAA-40DE-BAD1-75A7A6172352}"/>
              </a:ext>
            </a:extLst>
          </p:cNvPr>
          <p:cNvSpPr>
            <a:spLocks xmlns:a="http://schemas.openxmlformats.org/drawingml/2006/main" noGrp="1"/>
          </p:cNvSpPr>
          <p:nvPr/>
        </p:nvSpPr>
        <p:spPr>
          <a:xfrm xmlns:a="http://schemas.openxmlformats.org/drawingml/2006/main">
            <a:off x="6591300" y="4362450"/>
            <a:ext cx="4629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機密を含む依頼を安全化</a:t>
            </a:r>
          </a:p>
        </p:txBody>
      </p:sp>
      <p:sp>
        <p:nvSpPr>
          <p:cNvPr id="25" name="body-callout-18">
            <a:extLst xmlns:a="http://schemas.openxmlformats.org/drawingml/2006/main">
              <a:ext uri="{FF2B5EF4-FFF2-40B4-BE49-F238E27FC236}">
                <a16:creationId xmlns:a16="http://schemas.microsoft.com/office/drawing/2014/main" id="{67D02B3A-4C66-4052-B055-80C01A0A1B6C}"/>
              </a:ext>
            </a:extLst>
          </p:cNvPr>
          <p:cNvSpPr>
            <a:spLocks xmlns:a="http://schemas.openxmlformats.org/drawingml/2006/main" noGrp="1"/>
          </p:cNvSpPr>
          <p:nvPr/>
        </p:nvSpPr>
        <p:spPr>
          <a:xfrm xmlns:a="http://schemas.openxmlformats.org/drawingml/2006/main">
            <a:off x="647700" y="546735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26" name="body-text-18">
            <a:extLst xmlns:a="http://schemas.openxmlformats.org/drawingml/2006/main">
              <a:ext uri="{FF2B5EF4-FFF2-40B4-BE49-F238E27FC236}">
                <a16:creationId xmlns:a16="http://schemas.microsoft.com/office/drawing/2014/main" id="{2ED9BCE2-4DE3-4B87-BDEB-8A1A451F1EC6}"/>
              </a:ext>
            </a:extLst>
          </p:cNvPr>
          <p:cNvSpPr>
            <a:spLocks xmlns:a="http://schemas.openxmlformats.org/drawingml/2006/main" noGrp="1"/>
          </p:cNvSpPr>
          <p:nvPr/>
        </p:nvSpPr>
        <p:spPr>
          <a:xfrm xmlns:a="http://schemas.openxmlformats.org/drawingml/2006/main">
            <a:off x="819150" y="551497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個人3分 → 解説表示 → ペア討議5分　｜　実在の個人・会社・案件情報は使わない</a:t>
            </a:r>
          </a:p>
        </p:txBody>
      </p:sp>
      <p:sp>
        <p:nvSpPr>
          <p:cNvPr id="27" name="footer-rule-18">
            <a:extLst xmlns:a="http://schemas.openxmlformats.org/drawingml/2006/main">
              <a:ext uri="{FF2B5EF4-FFF2-40B4-BE49-F238E27FC236}">
                <a16:creationId xmlns:a16="http://schemas.microsoft.com/office/drawing/2014/main" id="{C9B8DF56-6AC7-4BDB-8FE2-DADA28399FBF}"/>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8" name="footer-source-18">
            <a:extLst xmlns:a="http://schemas.openxmlformats.org/drawingml/2006/main">
              <a:ext uri="{FF2B5EF4-FFF2-40B4-BE49-F238E27FC236}">
                <a16:creationId xmlns:a16="http://schemas.microsoft.com/office/drawing/2014/main" id="{E291FFBF-5265-43E7-9701-5023391B1AC4}"/>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[3] [7]｜基準日 2026年8月27日｜v1.0.0</a:t>
            </a:r>
          </a:p>
        </p:txBody>
      </p:sp>
      <p:sp>
        <p:nvSpPr>
          <p:cNvPr id="29" name="footer-no-18">
            <a:extLst xmlns:a="http://schemas.openxmlformats.org/drawingml/2006/main">
              <a:ext uri="{FF2B5EF4-FFF2-40B4-BE49-F238E27FC236}">
                <a16:creationId xmlns:a16="http://schemas.microsoft.com/office/drawing/2014/main" id="{C72619F0-5EB0-4538-8738-4F7E1AB07829}"/>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18 / 20</a:t>
            </a:r>
          </a:p>
        </p:txBody>
      </p:sp>
    </p:spTree>
    <p:extLst>
      <p:ext uri="{BB962C8B-B14F-4D97-AF65-F5344CB8AC3E}">
        <p14:creationId xmlns:p14="http://schemas.microsoft.com/office/powerpoint/2010/main" val="1837538154"/>
      </p:ext>
    </p:extLst>
  </p:cSld>
</p:sld>
</file>

<file path=ppt/slides/slide1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6" name="accent-19">
            <a:extLst xmlns:a="http://schemas.openxmlformats.org/drawingml/2006/main">
              <a:ext uri="{FF2B5EF4-FFF2-40B4-BE49-F238E27FC236}">
                <a16:creationId xmlns:a16="http://schemas.microsoft.com/office/drawing/2014/main" id="{CADDBC53-D41C-4001-B181-0A322173218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9">
            <a:extLst xmlns:a="http://schemas.openxmlformats.org/drawingml/2006/main">
              <a:ext uri="{FF2B5EF4-FFF2-40B4-BE49-F238E27FC236}">
                <a16:creationId xmlns:a16="http://schemas.microsoft.com/office/drawing/2014/main" id="{16E8DCD8-8177-4B3D-842C-2DD40D6AC522}"/>
              </a:ext>
            </a:extLst>
          </p:cNvPr>
          <p:cNvSpPr>
            <a:spLocks xmlns:a="http://schemas.openxmlformats.org/drawingml/2006/main" noGrp="1"/>
          </p:cNvSpPr>
          <p:nvPr/>
        </p:nvSpPr>
        <p:spPr>
          <a:xfrm xmlns:a="http://schemas.openxmlformats.org/drawingml/2006/main">
            <a:off x="647700" y="323850"/>
            <a:ext cx="685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B6B66"/>
                </a:solidFill>
              </a:defRPr>
            </a:pPr>
            <a:r>
              <a:rPr sz="1275" b="1">
                <a:solidFill>
                  <a:srgbClr val="0B6B66"/>
                </a:solidFill>
              </a:rPr>
              <a:t>持ち帰りテンプレート</a:t>
            </a:r>
          </a:p>
        </p:txBody>
      </p:sp>
      <p:sp>
        <p:nvSpPr>
          <p:cNvPr id="3" name="label-19">
            <a:extLst xmlns:a="http://schemas.openxmlformats.org/drawingml/2006/main">
              <a:ext uri="{FF2B5EF4-FFF2-40B4-BE49-F238E27FC236}">
                <a16:creationId xmlns:a16="http://schemas.microsoft.com/office/drawing/2014/main" id="{D80B1B53-7EBB-44C4-BC02-1B82D23B3092}"/>
              </a:ext>
            </a:extLst>
          </p:cNvPr>
          <p:cNvSpPr>
            <a:spLocks xmlns:a="http://schemas.openxmlformats.org/drawingml/2006/main" noGrp="1"/>
          </p:cNvSpPr>
          <p:nvPr/>
        </p:nvSpPr>
        <p:spPr>
          <a:xfrm xmlns:a="http://schemas.openxmlformats.org/drawingml/2006/main">
            <a:off x="9144000" y="3048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1">
                <a:solidFill>
                  <a:srgbClr val="064E4A"/>
                </a:solidFill>
              </a:defRPr>
            </a:pPr>
            <a:r>
              <a:rPr sz="1050" b="1">
                <a:solidFill>
                  <a:srgbClr val="064E4A"/>
                </a:solidFill>
              </a:rPr>
              <a:t>サイト提案</a:t>
            </a:r>
          </a:p>
        </p:txBody>
      </p:sp>
      <p:sp>
        <p:nvSpPr>
          <p:cNvPr id="4" name="title-19">
            <a:extLst xmlns:a="http://schemas.openxmlformats.org/drawingml/2006/main">
              <a:ext uri="{FF2B5EF4-FFF2-40B4-BE49-F238E27FC236}">
                <a16:creationId xmlns:a16="http://schemas.microsoft.com/office/drawing/2014/main" id="{6B5C4CEB-35ED-4490-B78C-A3B38ED07688}"/>
              </a:ext>
            </a:extLst>
          </p:cNvPr>
          <p:cNvSpPr>
            <a:spLocks xmlns:a="http://schemas.openxmlformats.org/drawingml/2006/main" noGrp="1"/>
          </p:cNvSpPr>
          <p:nvPr/>
        </p:nvSpPr>
        <p:spPr>
          <a:xfrm xmlns:a="http://schemas.openxmlformats.org/drawingml/2006/main">
            <a:off x="647700" y="62865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300" b="1">
                <a:solidFill>
                  <a:srgbClr val="102A43"/>
                </a:solidFill>
              </a:defRPr>
            </a:pPr>
            <a:r>
              <a:rPr sz="3300" b="1">
                <a:solidFill>
                  <a:srgbClr val="102A43"/>
                </a:solidFill>
              </a:rPr>
              <a:t>この依頼テンプレートを共通正本にする</a:t>
            </a:r>
          </a:p>
        </p:txBody>
      </p:sp>
      <p:sp>
        <p:nvSpPr>
          <p:cNvPr id="5" name="title-rule-19">
            <a:extLst xmlns:a="http://schemas.openxmlformats.org/drawingml/2006/main">
              <a:ext uri="{FF2B5EF4-FFF2-40B4-BE49-F238E27FC236}">
                <a16:creationId xmlns:a16="http://schemas.microsoft.com/office/drawing/2014/main" id="{A0B92765-FEAB-4706-AA0B-ECBA8A18BEFC}"/>
              </a:ext>
            </a:extLst>
          </p:cNvPr>
          <p:cNvSpPr>
            <a:spLocks xmlns:a="http://schemas.openxmlformats.org/drawingml/2006/main" noGrp="1"/>
          </p:cNvSpPr>
          <p:nvPr/>
        </p:nvSpPr>
        <p:spPr>
          <a:xfrm xmlns:a="http://schemas.openxmlformats.org/drawingml/2006/main">
            <a:off x="647700" y="1266825"/>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9">
            <a:extLst xmlns:a="http://schemas.openxmlformats.org/drawingml/2006/main">
              <a:ext uri="{FF2B5EF4-FFF2-40B4-BE49-F238E27FC236}">
                <a16:creationId xmlns:a16="http://schemas.microsoft.com/office/drawing/2014/main" id="{1F3D1C98-5F05-436D-915A-D5256AC6E373}"/>
              </a:ext>
            </a:extLst>
          </p:cNvPr>
          <p:cNvSpPr>
            <a:spLocks xmlns:a="http://schemas.openxmlformats.org/drawingml/2006/main" noGrp="1"/>
          </p:cNvSpPr>
          <p:nvPr/>
        </p:nvSpPr>
        <p:spPr>
          <a:xfrm xmlns:a="http://schemas.openxmlformats.org/drawingml/2006/main">
            <a:off x="647700" y="1409700"/>
            <a:ext cx="106680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172B3A"/>
                </a:solidFill>
              </a:defRPr>
            </a:pPr>
            <a:r>
              <a:rPr sz="1725" b="1">
                <a:solidFill>
                  <a:srgbClr val="172B3A"/>
                </a:solidFill>
              </a:rPr>
              <a:t>4要素に、根拠・未確認事項・人の確認点を加え、案件ごとに必要部分だけ使う。</a:t>
            </a:r>
          </a:p>
        </p:txBody>
      </p:sp>
      <p:sp>
        <p:nvSpPr>
          <p:cNvPr id="7" name="check-focus-19">
            <a:extLst xmlns:a="http://schemas.openxmlformats.org/drawingml/2006/main">
              <a:ext uri="{FF2B5EF4-FFF2-40B4-BE49-F238E27FC236}">
                <a16:creationId xmlns:a16="http://schemas.microsoft.com/office/drawing/2014/main" id="{1D2A55C8-7931-473A-9B75-E5B1C6872C79}"/>
              </a:ext>
            </a:extLst>
          </p:cNvPr>
          <p:cNvSpPr>
            <a:spLocks xmlns:a="http://schemas.openxmlformats.org/drawingml/2006/main" noGrp="1"/>
          </p:cNvSpPr>
          <p:nvPr/>
        </p:nvSpPr>
        <p:spPr>
          <a:xfrm xmlns:a="http://schemas.openxmlformats.org/drawingml/2006/main">
            <a:off x="647700" y="2343150"/>
            <a:ext cx="2990850" cy="2628900"/>
          </a:xfrm>
          <a:prstGeom xmlns:a="http://schemas.openxmlformats.org/drawingml/2006/main" prst="roundRect">
            <a:avLst>
              <a:gd name="adj" fmla="val 5797"/>
            </a:avLst>
          </a:prstGeom>
          <a:solidFill xmlns:a="http://schemas.openxmlformats.org/drawingml/2006/main">
            <a:srgbClr val="064E4A"/>
          </a:solidFill>
          <a:ln xmlns:a="http://schemas.openxmlformats.org/drawingml/2006/main" w="0">
            <a:solidFill>
              <a:srgbClr val="064E4A"/>
            </a:solidFill>
            <a:prstDash val="solid"/>
          </a:ln>
        </p:spPr>
      </p:sp>
      <p:sp>
        <p:nvSpPr>
          <p:cNvPr id="8" name="check-focus-kicker-19">
            <a:extLst xmlns:a="http://schemas.openxmlformats.org/drawingml/2006/main">
              <a:ext uri="{FF2B5EF4-FFF2-40B4-BE49-F238E27FC236}">
                <a16:creationId xmlns:a16="http://schemas.microsoft.com/office/drawing/2014/main" id="{0CF61EF0-316D-431A-9277-E39EE0FC3185}"/>
              </a:ext>
            </a:extLst>
          </p:cNvPr>
          <p:cNvSpPr>
            <a:spLocks xmlns:a="http://schemas.openxmlformats.org/drawingml/2006/main" noGrp="1"/>
          </p:cNvSpPr>
          <p:nvPr/>
        </p:nvSpPr>
        <p:spPr>
          <a:xfrm xmlns:a="http://schemas.openxmlformats.org/drawingml/2006/main">
            <a:off x="895350" y="26289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BDE8E2"/>
                </a:solidFill>
              </a:defRPr>
            </a:pPr>
            <a:r>
              <a:rPr sz="1350" b="1">
                <a:solidFill>
                  <a:srgbClr val="BDE8E2"/>
                </a:solidFill>
              </a:rPr>
              <a:t>CHECK</a:t>
            </a:r>
          </a:p>
        </p:txBody>
      </p:sp>
      <p:sp>
        <p:nvSpPr>
          <p:cNvPr id="9" name="check-focus-text-19">
            <a:extLst xmlns:a="http://schemas.openxmlformats.org/drawingml/2006/main">
              <a:ext uri="{FF2B5EF4-FFF2-40B4-BE49-F238E27FC236}">
                <a16:creationId xmlns:a16="http://schemas.microsoft.com/office/drawing/2014/main" id="{380FCBE8-9F03-45D9-8805-10841ADE2D80}"/>
              </a:ext>
            </a:extLst>
          </p:cNvPr>
          <p:cNvSpPr>
            <a:spLocks xmlns:a="http://schemas.openxmlformats.org/drawingml/2006/main" noGrp="1"/>
          </p:cNvSpPr>
          <p:nvPr/>
        </p:nvSpPr>
        <p:spPr>
          <a:xfrm xmlns:a="http://schemas.openxmlformats.org/drawingml/2006/main">
            <a:off x="895350" y="3124200"/>
            <a:ext cx="24384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850" b="1">
                <a:solidFill>
                  <a:srgbClr val="FFFFFF"/>
                </a:solidFill>
              </a:defRPr>
            </a:pPr>
            <a:r>
              <a:rPr sz="2850" b="1">
                <a:solidFill>
                  <a:srgbClr val="FFFFFF"/>
                </a:solidFill>
              </a:rPr>
              <a:t>6つの確認欄</a:t>
            </a:r>
          </a:p>
        </p:txBody>
      </p:sp>
      <p:sp>
        <p:nvSpPr>
          <p:cNvPr id="10" name="check-focus-note-19">
            <a:extLst xmlns:a="http://schemas.openxmlformats.org/drawingml/2006/main">
              <a:ext uri="{FF2B5EF4-FFF2-40B4-BE49-F238E27FC236}">
                <a16:creationId xmlns:a16="http://schemas.microsoft.com/office/drawing/2014/main" id="{3F61CCC2-C2D2-4C1C-84CB-949DC02A887A}"/>
              </a:ext>
            </a:extLst>
          </p:cNvPr>
          <p:cNvSpPr>
            <a:spLocks xmlns:a="http://schemas.openxmlformats.org/drawingml/2006/main" noGrp="1"/>
          </p:cNvSpPr>
          <p:nvPr/>
        </p:nvSpPr>
        <p:spPr>
          <a:xfrm xmlns:a="http://schemas.openxmlformats.org/drawingml/2006/main">
            <a:off x="895350" y="4419600"/>
            <a:ext cx="2428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0">
                <a:solidFill>
                  <a:srgbClr val="D4EFEB"/>
                </a:solidFill>
              </a:defRPr>
            </a:pPr>
            <a:r>
              <a:rPr sz="1200" b="0">
                <a:solidFill>
                  <a:srgbClr val="D4EFEB"/>
                </a:solidFill>
              </a:rPr>
              <a:t>表示が整っていても、内容の正しさは別に確認する</a:t>
            </a:r>
          </a:p>
        </p:txBody>
      </p:sp>
      <p:sp>
        <p:nvSpPr>
          <p:cNvPr id="11" name="check-row-19-0">
            <a:extLst xmlns:a="http://schemas.openxmlformats.org/drawingml/2006/main">
              <a:ext uri="{FF2B5EF4-FFF2-40B4-BE49-F238E27FC236}">
                <a16:creationId xmlns:a16="http://schemas.microsoft.com/office/drawing/2014/main" id="{4C097EAD-50B0-459C-A0A0-AC0EC38B4626}"/>
              </a:ext>
            </a:extLst>
          </p:cNvPr>
          <p:cNvSpPr>
            <a:spLocks xmlns:a="http://schemas.openxmlformats.org/drawingml/2006/main" noGrp="1"/>
          </p:cNvSpPr>
          <p:nvPr/>
        </p:nvSpPr>
        <p:spPr>
          <a:xfrm xmlns:a="http://schemas.openxmlformats.org/drawingml/2006/main">
            <a:off x="3962400" y="23431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12" name="check-dot-19-0">
            <a:extLst xmlns:a="http://schemas.openxmlformats.org/drawingml/2006/main">
              <a:ext uri="{FF2B5EF4-FFF2-40B4-BE49-F238E27FC236}">
                <a16:creationId xmlns:a16="http://schemas.microsoft.com/office/drawing/2014/main" id="{3B025867-66EA-4644-9A62-AF601E241E42}"/>
              </a:ext>
            </a:extLst>
          </p:cNvPr>
          <p:cNvSpPr>
            <a:spLocks xmlns:a="http://schemas.openxmlformats.org/drawingml/2006/main" noGrp="1"/>
          </p:cNvSpPr>
          <p:nvPr/>
        </p:nvSpPr>
        <p:spPr>
          <a:xfrm xmlns:a="http://schemas.openxmlformats.org/drawingml/2006/main">
            <a:off x="4114800" y="24479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3" name="check-mark-19-0">
            <a:extLst xmlns:a="http://schemas.openxmlformats.org/drawingml/2006/main">
              <a:ext uri="{FF2B5EF4-FFF2-40B4-BE49-F238E27FC236}">
                <a16:creationId xmlns:a16="http://schemas.microsoft.com/office/drawing/2014/main" id="{8BD21E5C-DA98-4B34-BA46-DE031D9C406D}"/>
              </a:ext>
            </a:extLst>
          </p:cNvPr>
          <p:cNvSpPr>
            <a:spLocks xmlns:a="http://schemas.openxmlformats.org/drawingml/2006/main" noGrp="1"/>
          </p:cNvSpPr>
          <p:nvPr/>
        </p:nvSpPr>
        <p:spPr>
          <a:xfrm xmlns:a="http://schemas.openxmlformats.org/drawingml/2006/main">
            <a:off x="4114800" y="24384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4" name="check-text-19-0">
            <a:extLst xmlns:a="http://schemas.openxmlformats.org/drawingml/2006/main">
              <a:ext uri="{FF2B5EF4-FFF2-40B4-BE49-F238E27FC236}">
                <a16:creationId xmlns:a16="http://schemas.microsoft.com/office/drawing/2014/main" id="{1F2E7CFA-30B7-408A-B7FA-77B931581D61}"/>
              </a:ext>
            </a:extLst>
          </p:cNvPr>
          <p:cNvSpPr>
            <a:spLocks xmlns:a="http://schemas.openxmlformats.org/drawingml/2006/main" noGrp="1"/>
          </p:cNvSpPr>
          <p:nvPr/>
        </p:nvSpPr>
        <p:spPr>
          <a:xfrm xmlns:a="http://schemas.openxmlformats.org/drawingml/2006/main">
            <a:off x="4495800" y="23812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目的：何に使うか</a:t>
            </a:r>
          </a:p>
        </p:txBody>
      </p:sp>
      <p:sp>
        <p:nvSpPr>
          <p:cNvPr id="15" name="check-row-19-1">
            <a:extLst xmlns:a="http://schemas.openxmlformats.org/drawingml/2006/main">
              <a:ext uri="{FF2B5EF4-FFF2-40B4-BE49-F238E27FC236}">
                <a16:creationId xmlns:a16="http://schemas.microsoft.com/office/drawing/2014/main" id="{B5279A81-44E5-4C4A-84C5-D5F46F576CD3}"/>
              </a:ext>
            </a:extLst>
          </p:cNvPr>
          <p:cNvSpPr>
            <a:spLocks xmlns:a="http://schemas.openxmlformats.org/drawingml/2006/main" noGrp="1"/>
          </p:cNvSpPr>
          <p:nvPr/>
        </p:nvSpPr>
        <p:spPr>
          <a:xfrm xmlns:a="http://schemas.openxmlformats.org/drawingml/2006/main">
            <a:off x="3962400" y="28575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16" name="check-dot-19-1">
            <a:extLst xmlns:a="http://schemas.openxmlformats.org/drawingml/2006/main">
              <a:ext uri="{FF2B5EF4-FFF2-40B4-BE49-F238E27FC236}">
                <a16:creationId xmlns:a16="http://schemas.microsoft.com/office/drawing/2014/main" id="{0667FE3C-DAEB-46AC-AD8E-98CBB9A2E7B5}"/>
              </a:ext>
            </a:extLst>
          </p:cNvPr>
          <p:cNvSpPr>
            <a:spLocks xmlns:a="http://schemas.openxmlformats.org/drawingml/2006/main" noGrp="1"/>
          </p:cNvSpPr>
          <p:nvPr/>
        </p:nvSpPr>
        <p:spPr>
          <a:xfrm xmlns:a="http://schemas.openxmlformats.org/drawingml/2006/main">
            <a:off x="4114800" y="29622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7" name="check-mark-19-1">
            <a:extLst xmlns:a="http://schemas.openxmlformats.org/drawingml/2006/main">
              <a:ext uri="{FF2B5EF4-FFF2-40B4-BE49-F238E27FC236}">
                <a16:creationId xmlns:a16="http://schemas.microsoft.com/office/drawing/2014/main" id="{6F853E1C-4675-4106-8ED1-94AC9D5CCADB}"/>
              </a:ext>
            </a:extLst>
          </p:cNvPr>
          <p:cNvSpPr>
            <a:spLocks xmlns:a="http://schemas.openxmlformats.org/drawingml/2006/main" noGrp="1"/>
          </p:cNvSpPr>
          <p:nvPr/>
        </p:nvSpPr>
        <p:spPr>
          <a:xfrm xmlns:a="http://schemas.openxmlformats.org/drawingml/2006/main">
            <a:off x="4114800" y="29527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18" name="check-text-19-1">
            <a:extLst xmlns:a="http://schemas.openxmlformats.org/drawingml/2006/main">
              <a:ext uri="{FF2B5EF4-FFF2-40B4-BE49-F238E27FC236}">
                <a16:creationId xmlns:a16="http://schemas.microsoft.com/office/drawing/2014/main" id="{403587DF-7983-49C0-82F6-CAA070A1E817}"/>
              </a:ext>
            </a:extLst>
          </p:cNvPr>
          <p:cNvSpPr>
            <a:spLocks xmlns:a="http://schemas.openxmlformats.org/drawingml/2006/main" noGrp="1"/>
          </p:cNvSpPr>
          <p:nvPr/>
        </p:nvSpPr>
        <p:spPr>
          <a:xfrm xmlns:a="http://schemas.openxmlformats.org/drawingml/2006/main">
            <a:off x="4495800" y="28956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背景：読み手・状況・前提</a:t>
            </a:r>
          </a:p>
        </p:txBody>
      </p:sp>
      <p:sp>
        <p:nvSpPr>
          <p:cNvPr id="19" name="check-row-19-2">
            <a:extLst xmlns:a="http://schemas.openxmlformats.org/drawingml/2006/main">
              <a:ext uri="{FF2B5EF4-FFF2-40B4-BE49-F238E27FC236}">
                <a16:creationId xmlns:a16="http://schemas.microsoft.com/office/drawing/2014/main" id="{CE74BED5-9D88-499A-8A8C-D3D323F81A8D}"/>
              </a:ext>
            </a:extLst>
          </p:cNvPr>
          <p:cNvSpPr>
            <a:spLocks xmlns:a="http://schemas.openxmlformats.org/drawingml/2006/main" noGrp="1"/>
          </p:cNvSpPr>
          <p:nvPr/>
        </p:nvSpPr>
        <p:spPr>
          <a:xfrm xmlns:a="http://schemas.openxmlformats.org/drawingml/2006/main">
            <a:off x="3962400" y="33718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0" name="check-dot-19-2">
            <a:extLst xmlns:a="http://schemas.openxmlformats.org/drawingml/2006/main">
              <a:ext uri="{FF2B5EF4-FFF2-40B4-BE49-F238E27FC236}">
                <a16:creationId xmlns:a16="http://schemas.microsoft.com/office/drawing/2014/main" id="{93117B12-EE2A-46CA-AAFB-88C88F67FA5D}"/>
              </a:ext>
            </a:extLst>
          </p:cNvPr>
          <p:cNvSpPr>
            <a:spLocks xmlns:a="http://schemas.openxmlformats.org/drawingml/2006/main" noGrp="1"/>
          </p:cNvSpPr>
          <p:nvPr/>
        </p:nvSpPr>
        <p:spPr>
          <a:xfrm xmlns:a="http://schemas.openxmlformats.org/drawingml/2006/main">
            <a:off x="4114800" y="34766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1" name="check-mark-19-2">
            <a:extLst xmlns:a="http://schemas.openxmlformats.org/drawingml/2006/main">
              <a:ext uri="{FF2B5EF4-FFF2-40B4-BE49-F238E27FC236}">
                <a16:creationId xmlns:a16="http://schemas.microsoft.com/office/drawing/2014/main" id="{B62CEB86-D0CA-401A-868D-46ED5FADE7F7}"/>
              </a:ext>
            </a:extLst>
          </p:cNvPr>
          <p:cNvSpPr>
            <a:spLocks xmlns:a="http://schemas.openxmlformats.org/drawingml/2006/main" noGrp="1"/>
          </p:cNvSpPr>
          <p:nvPr/>
        </p:nvSpPr>
        <p:spPr>
          <a:xfrm xmlns:a="http://schemas.openxmlformats.org/drawingml/2006/main">
            <a:off x="4114800" y="34671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2" name="check-text-19-2">
            <a:extLst xmlns:a="http://schemas.openxmlformats.org/drawingml/2006/main">
              <a:ext uri="{FF2B5EF4-FFF2-40B4-BE49-F238E27FC236}">
                <a16:creationId xmlns:a16="http://schemas.microsoft.com/office/drawing/2014/main" id="{D843ABCA-27BE-401C-A5BE-34273055D61C}"/>
              </a:ext>
            </a:extLst>
          </p:cNvPr>
          <p:cNvSpPr>
            <a:spLocks xmlns:a="http://schemas.openxmlformats.org/drawingml/2006/main" noGrp="1"/>
          </p:cNvSpPr>
          <p:nvPr/>
        </p:nvSpPr>
        <p:spPr>
          <a:xfrm xmlns:a="http://schemas.openxmlformats.org/drawingml/2006/main">
            <a:off x="4495800" y="34099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出力形式：構成・長さ</a:t>
            </a:r>
          </a:p>
        </p:txBody>
      </p:sp>
      <p:sp>
        <p:nvSpPr>
          <p:cNvPr id="23" name="check-row-19-3">
            <a:extLst xmlns:a="http://schemas.openxmlformats.org/drawingml/2006/main">
              <a:ext uri="{FF2B5EF4-FFF2-40B4-BE49-F238E27FC236}">
                <a16:creationId xmlns:a16="http://schemas.microsoft.com/office/drawing/2014/main" id="{97A3855A-FF73-4E62-AC78-E225854EA86D}"/>
              </a:ext>
            </a:extLst>
          </p:cNvPr>
          <p:cNvSpPr>
            <a:spLocks xmlns:a="http://schemas.openxmlformats.org/drawingml/2006/main" noGrp="1"/>
          </p:cNvSpPr>
          <p:nvPr/>
        </p:nvSpPr>
        <p:spPr>
          <a:xfrm xmlns:a="http://schemas.openxmlformats.org/drawingml/2006/main">
            <a:off x="3962400" y="3886200"/>
            <a:ext cx="7543800" cy="457200"/>
          </a:xfrm>
          <a:prstGeom xmlns:a="http://schemas.openxmlformats.org/drawingml/2006/main" prst="roundRect">
            <a:avLst>
              <a:gd name="adj" fmla="val 16667"/>
            </a:avLst>
          </a:prstGeom>
          <a:solidFill xmlns:a="http://schemas.openxmlformats.org/drawingml/2006/main">
            <a:srgbClr val="F0F3F2"/>
          </a:solidFill>
          <a:ln xmlns:a="http://schemas.openxmlformats.org/drawingml/2006/main" w="9525">
            <a:solidFill>
              <a:srgbClr val="D3DEE3"/>
            </a:solidFill>
            <a:prstDash val="solid"/>
          </a:ln>
        </p:spPr>
      </p:sp>
      <p:sp>
        <p:nvSpPr>
          <p:cNvPr id="24" name="check-dot-19-3">
            <a:extLst xmlns:a="http://schemas.openxmlformats.org/drawingml/2006/main">
              <a:ext uri="{FF2B5EF4-FFF2-40B4-BE49-F238E27FC236}">
                <a16:creationId xmlns:a16="http://schemas.microsoft.com/office/drawing/2014/main" id="{B29FC2A8-2179-4F02-B0C6-ABF684299AA3}"/>
              </a:ext>
            </a:extLst>
          </p:cNvPr>
          <p:cNvSpPr>
            <a:spLocks xmlns:a="http://schemas.openxmlformats.org/drawingml/2006/main" noGrp="1"/>
          </p:cNvSpPr>
          <p:nvPr/>
        </p:nvSpPr>
        <p:spPr>
          <a:xfrm xmlns:a="http://schemas.openxmlformats.org/drawingml/2006/main">
            <a:off x="4114800" y="399097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5" name="check-mark-19-3">
            <a:extLst xmlns:a="http://schemas.openxmlformats.org/drawingml/2006/main">
              <a:ext uri="{FF2B5EF4-FFF2-40B4-BE49-F238E27FC236}">
                <a16:creationId xmlns:a16="http://schemas.microsoft.com/office/drawing/2014/main" id="{7832587E-0C9B-4EA1-8AA7-B0E7B0B9B15C}"/>
              </a:ext>
            </a:extLst>
          </p:cNvPr>
          <p:cNvSpPr>
            <a:spLocks xmlns:a="http://schemas.openxmlformats.org/drawingml/2006/main" noGrp="1"/>
          </p:cNvSpPr>
          <p:nvPr/>
        </p:nvSpPr>
        <p:spPr>
          <a:xfrm xmlns:a="http://schemas.openxmlformats.org/drawingml/2006/main">
            <a:off x="4114800" y="398145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26" name="check-text-19-3">
            <a:extLst xmlns:a="http://schemas.openxmlformats.org/drawingml/2006/main">
              <a:ext uri="{FF2B5EF4-FFF2-40B4-BE49-F238E27FC236}">
                <a16:creationId xmlns:a16="http://schemas.microsoft.com/office/drawing/2014/main" id="{E8039A74-41B5-417C-B244-C0E56FAD255B}"/>
              </a:ext>
            </a:extLst>
          </p:cNvPr>
          <p:cNvSpPr>
            <a:spLocks xmlns:a="http://schemas.openxmlformats.org/drawingml/2006/main" noGrp="1"/>
          </p:cNvSpPr>
          <p:nvPr/>
        </p:nvSpPr>
        <p:spPr>
          <a:xfrm xmlns:a="http://schemas.openxmlformats.org/drawingml/2006/main">
            <a:off x="4495800" y="39243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172B3A"/>
                </a:solidFill>
              </a:defRPr>
            </a:pPr>
            <a:r>
              <a:rPr sz="1575" b="0">
                <a:solidFill>
                  <a:srgbClr val="172B3A"/>
                </a:solidFill>
              </a:rPr>
              <a:t>条件：禁止・推測の扱い</a:t>
            </a:r>
          </a:p>
        </p:txBody>
      </p:sp>
      <p:sp>
        <p:nvSpPr>
          <p:cNvPr id="27" name="check-row-19-4">
            <a:extLst xmlns:a="http://schemas.openxmlformats.org/drawingml/2006/main">
              <a:ext uri="{FF2B5EF4-FFF2-40B4-BE49-F238E27FC236}">
                <a16:creationId xmlns:a16="http://schemas.microsoft.com/office/drawing/2014/main" id="{BFD220C9-289E-4D9A-8C00-913B5FC2CE9F}"/>
              </a:ext>
            </a:extLst>
          </p:cNvPr>
          <p:cNvSpPr>
            <a:spLocks xmlns:a="http://schemas.openxmlformats.org/drawingml/2006/main" noGrp="1"/>
          </p:cNvSpPr>
          <p:nvPr/>
        </p:nvSpPr>
        <p:spPr>
          <a:xfrm xmlns:a="http://schemas.openxmlformats.org/drawingml/2006/main">
            <a:off x="3962400" y="4400550"/>
            <a:ext cx="7543800"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3DEE3"/>
            </a:solidFill>
            <a:prstDash val="solid"/>
          </a:ln>
        </p:spPr>
      </p:sp>
      <p:sp>
        <p:nvSpPr>
          <p:cNvPr id="28" name="check-dot-19-4">
            <a:extLst xmlns:a="http://schemas.openxmlformats.org/drawingml/2006/main">
              <a:ext uri="{FF2B5EF4-FFF2-40B4-BE49-F238E27FC236}">
                <a16:creationId xmlns:a16="http://schemas.microsoft.com/office/drawing/2014/main" id="{DD04D1C9-81A5-41EE-9D16-00F15D83C5E2}"/>
              </a:ext>
            </a:extLst>
          </p:cNvPr>
          <p:cNvSpPr>
            <a:spLocks xmlns:a="http://schemas.openxmlformats.org/drawingml/2006/main" noGrp="1"/>
          </p:cNvSpPr>
          <p:nvPr/>
        </p:nvSpPr>
        <p:spPr>
          <a:xfrm xmlns:a="http://schemas.openxmlformats.org/drawingml/2006/main">
            <a:off x="4114800" y="4505325"/>
            <a:ext cx="247650" cy="24765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9" name="check-mark-19-4">
            <a:extLst xmlns:a="http://schemas.openxmlformats.org/drawingml/2006/main">
              <a:ext uri="{FF2B5EF4-FFF2-40B4-BE49-F238E27FC236}">
                <a16:creationId xmlns:a16="http://schemas.microsoft.com/office/drawing/2014/main" id="{C12C9CD7-B576-4D7B-B45D-C08A3B15BCF4}"/>
              </a:ext>
            </a:extLst>
          </p:cNvPr>
          <p:cNvSpPr>
            <a:spLocks xmlns:a="http://schemas.openxmlformats.org/drawingml/2006/main" noGrp="1"/>
          </p:cNvSpPr>
          <p:nvPr/>
        </p:nvSpPr>
        <p:spPr>
          <a:xfrm xmlns:a="http://schemas.openxmlformats.org/drawingml/2006/main">
            <a:off x="4114800" y="4495800"/>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FFFFFF"/>
                </a:solidFill>
              </a:defRPr>
            </a:pPr>
            <a:r>
              <a:rPr sz="1275" b="1">
                <a:solidFill>
                  <a:srgbClr val="FFFFFF"/>
                </a:solidFill>
              </a:rPr>
              <a:t>✓</a:t>
            </a:r>
          </a:p>
        </p:txBody>
      </p:sp>
      <p:sp>
        <p:nvSpPr>
          <p:cNvPr id="30" name="check-text-19-4">
            <a:extLst xmlns:a="http://schemas.openxmlformats.org/drawingml/2006/main">
              <a:ext uri="{FF2B5EF4-FFF2-40B4-BE49-F238E27FC236}">
                <a16:creationId xmlns:a16="http://schemas.microsoft.com/office/drawing/2014/main" id="{30B57E59-8EB2-4B51-8726-B8047DFAF538}"/>
              </a:ext>
            </a:extLst>
          </p:cNvPr>
          <p:cNvSpPr>
            <a:spLocks xmlns:a="http://schemas.openxmlformats.org/drawingml/2006/main" noGrp="1"/>
          </p:cNvSpPr>
          <p:nvPr/>
        </p:nvSpPr>
        <p:spPr>
          <a:xfrm xmlns:a="http://schemas.openxmlformats.org/drawingml/2006/main">
            <a:off x="4495800" y="44386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172B3A"/>
                </a:solidFill>
              </a:defRPr>
            </a:pPr>
            <a:r>
              <a:rPr sz="1575" b="1">
                <a:solidFill>
                  <a:srgbClr val="172B3A"/>
                </a:solidFill>
              </a:rPr>
              <a:t>根拠・未確認・人の確認点</a:t>
            </a:r>
          </a:p>
        </p:txBody>
      </p:sp>
      <p:sp>
        <p:nvSpPr>
          <p:cNvPr id="31" name="body-callout-19">
            <a:extLst xmlns:a="http://schemas.openxmlformats.org/drawingml/2006/main">
              <a:ext uri="{FF2B5EF4-FFF2-40B4-BE49-F238E27FC236}">
                <a16:creationId xmlns:a16="http://schemas.microsoft.com/office/drawing/2014/main" id="{B883F789-2F5D-4E26-84DF-5F96787E208A}"/>
              </a:ext>
            </a:extLst>
          </p:cNvPr>
          <p:cNvSpPr>
            <a:spLocks xmlns:a="http://schemas.openxmlformats.org/drawingml/2006/main" noGrp="1"/>
          </p:cNvSpPr>
          <p:nvPr/>
        </p:nvSpPr>
        <p:spPr>
          <a:xfrm xmlns:a="http://schemas.openxmlformats.org/drawingml/2006/main">
            <a:off x="647700" y="5257800"/>
            <a:ext cx="10896600" cy="495300"/>
          </a:xfrm>
          <a:prstGeom xmlns:a="http://schemas.openxmlformats.org/drawingml/2006/main" prst="roundRect">
            <a:avLst>
              <a:gd name="adj" fmla="val 15385"/>
            </a:avLst>
          </a:prstGeom>
          <a:solidFill xmlns:a="http://schemas.openxmlformats.org/drawingml/2006/main">
            <a:srgbClr val="EDF2F0"/>
          </a:solidFill>
          <a:ln xmlns:a="http://schemas.openxmlformats.org/drawingml/2006/main" w="9525">
            <a:solidFill>
              <a:srgbClr val="C7D7D3"/>
            </a:solidFill>
            <a:prstDash val="solid"/>
          </a:ln>
        </p:spPr>
      </p:sp>
      <p:sp>
        <p:nvSpPr>
          <p:cNvPr id="32" name="body-text-19">
            <a:extLst xmlns:a="http://schemas.openxmlformats.org/drawingml/2006/main">
              <a:ext uri="{FF2B5EF4-FFF2-40B4-BE49-F238E27FC236}">
                <a16:creationId xmlns:a16="http://schemas.microsoft.com/office/drawing/2014/main" id="{AFD6EDD7-B410-4F25-BF2B-8B1B10F0184F}"/>
              </a:ext>
            </a:extLst>
          </p:cNvPr>
          <p:cNvSpPr>
            <a:spLocks xmlns:a="http://schemas.openxmlformats.org/drawingml/2006/main" noGrp="1"/>
          </p:cNvSpPr>
          <p:nvPr/>
        </p:nvSpPr>
        <p:spPr>
          <a:xfrm xmlns:a="http://schemas.openxmlformats.org/drawingml/2006/main">
            <a:off x="819150" y="5305425"/>
            <a:ext cx="10553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1">
                <a:solidFill>
                  <a:srgbClr val="064E4A"/>
                </a:solidFill>
              </a:defRPr>
            </a:pPr>
            <a:r>
              <a:rPr sz="1275" b="1">
                <a:solidFill>
                  <a:srgbClr val="064E4A"/>
                </a:solidFill>
              </a:rPr>
              <a:t>テンプレートは確認を助ける道具。正しさや適法性を保証しない</a:t>
            </a:r>
          </a:p>
        </p:txBody>
      </p:sp>
      <p:sp>
        <p:nvSpPr>
          <p:cNvPr id="33" name="footer-rule-19">
            <a:extLst xmlns:a="http://schemas.openxmlformats.org/drawingml/2006/main">
              <a:ext uri="{FF2B5EF4-FFF2-40B4-BE49-F238E27FC236}">
                <a16:creationId xmlns:a16="http://schemas.microsoft.com/office/drawing/2014/main" id="{39801F64-332D-458A-9D21-451F2EFC0788}"/>
              </a:ext>
            </a:extLst>
          </p:cNvPr>
          <p:cNvSpPr>
            <a:spLocks xmlns:a="http://schemas.openxmlformats.org/drawingml/2006/main" noGrp="1"/>
          </p:cNvSpPr>
          <p:nvPr/>
        </p:nvSpPr>
        <p:spPr>
          <a:xfrm xmlns:a="http://schemas.openxmlformats.org/drawingml/2006/main">
            <a:off x="647700" y="6191250"/>
            <a:ext cx="108966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4" name="footer-source-19">
            <a:extLst xmlns:a="http://schemas.openxmlformats.org/drawingml/2006/main">
              <a:ext uri="{FF2B5EF4-FFF2-40B4-BE49-F238E27FC236}">
                <a16:creationId xmlns:a16="http://schemas.microsoft.com/office/drawing/2014/main" id="{ADD5EF0E-D5C4-4012-B485-EC25C992A75F}"/>
              </a:ext>
            </a:extLst>
          </p:cNvPr>
          <p:cNvSpPr>
            <a:spLocks xmlns:a="http://schemas.openxmlformats.org/drawingml/2006/main" noGrp="1"/>
          </p:cNvSpPr>
          <p:nvPr/>
        </p:nvSpPr>
        <p:spPr>
          <a:xfrm xmlns:a="http://schemas.openxmlformats.org/drawingml/2006/main">
            <a:off x="647700" y="6257925"/>
            <a:ext cx="857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825" b="0">
                <a:solidFill>
                  <a:srgbClr val="526270"/>
                </a:solidFill>
              </a:defRPr>
            </a:pPr>
            <a:r>
              <a:rPr sz="825" b="0">
                <a:solidFill>
                  <a:srgbClr val="526270"/>
                </a:solidFill>
              </a:rPr>
              <a:t>出典 [1] [2] [3]｜基準日 2026年8月27日｜v1.0.0</a:t>
            </a:r>
          </a:p>
        </p:txBody>
      </p:sp>
      <p:sp>
        <p:nvSpPr>
          <p:cNvPr id="35" name="footer-no-19">
            <a:extLst xmlns:a="http://schemas.openxmlformats.org/drawingml/2006/main">
              <a:ext uri="{FF2B5EF4-FFF2-40B4-BE49-F238E27FC236}">
                <a16:creationId xmlns:a16="http://schemas.microsoft.com/office/drawing/2014/main" id="{2142065C-C97F-4E2B-BB1B-75E073C5A371}"/>
              </a:ext>
            </a:extLst>
          </p:cNvPr>
          <p:cNvSpPr>
            <a:spLocks xmlns:a="http://schemas.openxmlformats.org/drawingml/2006/main" noGrp="1"/>
          </p:cNvSpPr>
          <p:nvPr/>
        </p:nvSpPr>
        <p:spPr>
          <a:xfrm xmlns:a="http://schemas.openxmlformats.org/drawingml/2006/main">
            <a:off x="10210800" y="62579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0B6B66"/>
                </a:solidFill>
              </a:defRPr>
            </a:pPr>
            <a:r>
              <a:rPr sz="825" b="1">
                <a:solidFill>
                  <a:srgbClr val="0B6B66"/>
                </a:solidFill>
              </a:rPr>
              <a:t>19 / 20</a:t>
            </a:r>
          </a:p>
        </p:txBody>
      </p:sp>
    </p:spTree>
    <p:extLst>
      <p:ext uri="{BB962C8B-B14F-4D97-AF65-F5344CB8AC3E}">
        <p14:creationId xmlns:p14="http://schemas.microsoft.com/office/powerpoint/2010/main" val="263944562"/>
      </p:ext>
    </p:extLst>
  </p:cSld>
</p:sld>
</file>

<file path=ppt/slides/slide20.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8" name="summary-orange-bar">
            <a:extLst xmlns:a="http://schemas.openxmlformats.org/drawingml/2006/main">
              <a:ext uri="{FF2B5EF4-FFF2-40B4-BE49-F238E27FC236}">
                <a16:creationId xmlns:a16="http://schemas.microsoft.com/office/drawing/2014/main" id="{7FED8D43-8180-460A-B5D5-0AEA09BB72FB}"/>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summary-kicker">
            <a:extLst xmlns:a="http://schemas.openxmlformats.org/drawingml/2006/main">
              <a:ext uri="{FF2B5EF4-FFF2-40B4-BE49-F238E27FC236}">
                <a16:creationId xmlns:a16="http://schemas.microsoft.com/office/drawing/2014/main" id="{1D3614E3-5855-4527-A112-3F3DD3458295}"/>
              </a:ext>
            </a:extLst>
          </p:cNvPr>
          <p:cNvSpPr>
            <a:spLocks xmlns:a="http://schemas.openxmlformats.org/drawingml/2006/main" noGrp="1"/>
          </p:cNvSpPr>
          <p:nvPr/>
        </p:nvSpPr>
        <p:spPr>
          <a:xfrm xmlns:a="http://schemas.openxmlformats.org/drawingml/2006/main">
            <a:off x="781050" y="55245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BDE8E2"/>
                </a:solidFill>
              </a:defRPr>
            </a:pPr>
            <a:r>
              <a:rPr sz="1500" b="1">
                <a:solidFill>
                  <a:srgbClr val="BDE8E2"/>
                </a:solidFill>
              </a:rPr>
              <a:t>まとめ</a:t>
            </a:r>
          </a:p>
        </p:txBody>
      </p:sp>
      <p:sp>
        <p:nvSpPr>
          <p:cNvPr id="3" name="summary-title">
            <a:extLst xmlns:a="http://schemas.openxmlformats.org/drawingml/2006/main">
              <a:ext uri="{FF2B5EF4-FFF2-40B4-BE49-F238E27FC236}">
                <a16:creationId xmlns:a16="http://schemas.microsoft.com/office/drawing/2014/main" id="{617239F6-E6D0-40B7-A06A-8C3922AB6C94}"/>
              </a:ext>
            </a:extLst>
          </p:cNvPr>
          <p:cNvSpPr>
            <a:spLocks xmlns:a="http://schemas.openxmlformats.org/drawingml/2006/main" noGrp="1"/>
          </p:cNvSpPr>
          <p:nvPr/>
        </p:nvSpPr>
        <p:spPr>
          <a:xfrm xmlns:a="http://schemas.openxmlformats.org/drawingml/2006/main">
            <a:off x="781050" y="1066800"/>
            <a:ext cx="7524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750" b="1">
                <a:solidFill>
                  <a:srgbClr val="FFFFFF"/>
                </a:solidFill>
              </a:defRPr>
            </a:pPr>
            <a:r>
              <a:rPr sz="3750" b="1">
                <a:solidFill>
                  <a:srgbClr val="FFFFFF"/>
                </a:solidFill>
              </a:rPr>
              <a:t>明日から、頼む・確かめる・決める</a:t>
            </a:r>
          </a:p>
        </p:txBody>
      </p:sp>
      <p:sp>
        <p:nvSpPr>
          <p:cNvPr id="4" name="summary-no-0">
            <a:extLst xmlns:a="http://schemas.openxmlformats.org/drawingml/2006/main">
              <a:ext uri="{FF2B5EF4-FFF2-40B4-BE49-F238E27FC236}">
                <a16:creationId xmlns:a16="http://schemas.microsoft.com/office/drawing/2014/main" id="{28768304-C324-4CC1-98B2-F754897AE93F}"/>
              </a:ext>
            </a:extLst>
          </p:cNvPr>
          <p:cNvSpPr>
            <a:spLocks xmlns:a="http://schemas.openxmlformats.org/drawingml/2006/main" noGrp="1"/>
          </p:cNvSpPr>
          <p:nvPr/>
        </p:nvSpPr>
        <p:spPr>
          <a:xfrm xmlns:a="http://schemas.openxmlformats.org/drawingml/2006/main">
            <a:off x="800100" y="2305050"/>
            <a:ext cx="66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74C9BF"/>
                </a:solidFill>
              </a:defRPr>
            </a:pPr>
            <a:r>
              <a:rPr sz="2100" b="1">
                <a:solidFill>
                  <a:srgbClr val="74C9BF"/>
                </a:solidFill>
              </a:rPr>
              <a:t>01</a:t>
            </a:r>
          </a:p>
        </p:txBody>
      </p:sp>
      <p:sp>
        <p:nvSpPr>
          <p:cNvPr id="5" name="summary-label-0">
            <a:extLst xmlns:a="http://schemas.openxmlformats.org/drawingml/2006/main">
              <a:ext uri="{FF2B5EF4-FFF2-40B4-BE49-F238E27FC236}">
                <a16:creationId xmlns:a16="http://schemas.microsoft.com/office/drawing/2014/main" id="{73301AE7-E150-40D7-A302-E4CE20C6854E}"/>
              </a:ext>
            </a:extLst>
          </p:cNvPr>
          <p:cNvSpPr>
            <a:spLocks xmlns:a="http://schemas.openxmlformats.org/drawingml/2006/main" noGrp="1"/>
          </p:cNvSpPr>
          <p:nvPr/>
        </p:nvSpPr>
        <p:spPr>
          <a:xfrm xmlns:a="http://schemas.openxmlformats.org/drawingml/2006/main">
            <a:off x="1581150" y="23050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FFFFFF"/>
                </a:solidFill>
              </a:defRPr>
            </a:pPr>
            <a:r>
              <a:rPr sz="2100" b="1">
                <a:solidFill>
                  <a:srgbClr val="FFFFFF"/>
                </a:solidFill>
              </a:rPr>
              <a:t>頼む</a:t>
            </a:r>
          </a:p>
        </p:txBody>
      </p:sp>
      <p:sp>
        <p:nvSpPr>
          <p:cNvPr id="6" name="summary-detail-0">
            <a:extLst xmlns:a="http://schemas.openxmlformats.org/drawingml/2006/main">
              <a:ext uri="{FF2B5EF4-FFF2-40B4-BE49-F238E27FC236}">
                <a16:creationId xmlns:a16="http://schemas.microsoft.com/office/drawing/2014/main" id="{34D7CF67-0A63-4823-BAB5-A3DEE570BD31}"/>
              </a:ext>
            </a:extLst>
          </p:cNvPr>
          <p:cNvSpPr>
            <a:spLocks xmlns:a="http://schemas.openxmlformats.org/drawingml/2006/main" noGrp="1"/>
          </p:cNvSpPr>
          <p:nvPr/>
        </p:nvSpPr>
        <p:spPr>
          <a:xfrm xmlns:a="http://schemas.openxmlformats.org/drawingml/2006/main">
            <a:off x="4248150" y="2324100"/>
            <a:ext cx="4095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D5EFEC"/>
                </a:solidFill>
              </a:defRPr>
            </a:pPr>
            <a:r>
              <a:rPr sz="1425" b="0">
                <a:solidFill>
                  <a:srgbClr val="D5EFEC"/>
                </a:solidFill>
              </a:rPr>
              <a:t>目的・背景・形式・条件</a:t>
            </a:r>
          </a:p>
        </p:txBody>
      </p:sp>
      <p:sp>
        <p:nvSpPr>
          <p:cNvPr id="7" name="summary-no-1">
            <a:extLst xmlns:a="http://schemas.openxmlformats.org/drawingml/2006/main">
              <a:ext uri="{FF2B5EF4-FFF2-40B4-BE49-F238E27FC236}">
                <a16:creationId xmlns:a16="http://schemas.microsoft.com/office/drawing/2014/main" id="{9793A3FE-C1BC-4F1E-9EF9-76ED6E9B5EBB}"/>
              </a:ext>
            </a:extLst>
          </p:cNvPr>
          <p:cNvSpPr>
            <a:spLocks xmlns:a="http://schemas.openxmlformats.org/drawingml/2006/main" noGrp="1"/>
          </p:cNvSpPr>
          <p:nvPr/>
        </p:nvSpPr>
        <p:spPr>
          <a:xfrm xmlns:a="http://schemas.openxmlformats.org/drawingml/2006/main">
            <a:off x="800100" y="3276600"/>
            <a:ext cx="66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F97316"/>
                </a:solidFill>
              </a:defRPr>
            </a:pPr>
            <a:r>
              <a:rPr sz="2100" b="1">
                <a:solidFill>
                  <a:srgbClr val="F97316"/>
                </a:solidFill>
              </a:rPr>
              <a:t>02</a:t>
            </a:r>
          </a:p>
        </p:txBody>
      </p:sp>
      <p:sp>
        <p:nvSpPr>
          <p:cNvPr id="8" name="summary-label-1">
            <a:extLst xmlns:a="http://schemas.openxmlformats.org/drawingml/2006/main">
              <a:ext uri="{FF2B5EF4-FFF2-40B4-BE49-F238E27FC236}">
                <a16:creationId xmlns:a16="http://schemas.microsoft.com/office/drawing/2014/main" id="{B93BD25A-63B1-44CC-AF10-6D2043F70B03}"/>
              </a:ext>
            </a:extLst>
          </p:cNvPr>
          <p:cNvSpPr>
            <a:spLocks xmlns:a="http://schemas.openxmlformats.org/drawingml/2006/main" noGrp="1"/>
          </p:cNvSpPr>
          <p:nvPr/>
        </p:nvSpPr>
        <p:spPr>
          <a:xfrm xmlns:a="http://schemas.openxmlformats.org/drawingml/2006/main">
            <a:off x="1581150" y="327660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FFFFFF"/>
                </a:solidFill>
              </a:defRPr>
            </a:pPr>
            <a:r>
              <a:rPr sz="2100" b="1">
                <a:solidFill>
                  <a:srgbClr val="FFFFFF"/>
                </a:solidFill>
              </a:rPr>
              <a:t>確かめる</a:t>
            </a:r>
          </a:p>
        </p:txBody>
      </p:sp>
      <p:sp>
        <p:nvSpPr>
          <p:cNvPr id="9" name="summary-detail-1">
            <a:extLst xmlns:a="http://schemas.openxmlformats.org/drawingml/2006/main">
              <a:ext uri="{FF2B5EF4-FFF2-40B4-BE49-F238E27FC236}">
                <a16:creationId xmlns:a16="http://schemas.microsoft.com/office/drawing/2014/main" id="{67D487FB-3F46-479F-95D7-533950FE96BC}"/>
              </a:ext>
            </a:extLst>
          </p:cNvPr>
          <p:cNvSpPr>
            <a:spLocks xmlns:a="http://schemas.openxmlformats.org/drawingml/2006/main" noGrp="1"/>
          </p:cNvSpPr>
          <p:nvPr/>
        </p:nvSpPr>
        <p:spPr>
          <a:xfrm xmlns:a="http://schemas.openxmlformats.org/drawingml/2006/main">
            <a:off x="4248150" y="3295650"/>
            <a:ext cx="4095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D5EFEC"/>
                </a:solidFill>
              </a:defRPr>
            </a:pPr>
            <a:r>
              <a:rPr sz="1425" b="0">
                <a:solidFill>
                  <a:srgbClr val="D5EFEC"/>
                </a:solidFill>
              </a:rPr>
              <a:t>数字・引用・法令を原資料へ</a:t>
            </a:r>
          </a:p>
        </p:txBody>
      </p:sp>
      <p:sp>
        <p:nvSpPr>
          <p:cNvPr id="10" name="summary-no-2">
            <a:extLst xmlns:a="http://schemas.openxmlformats.org/drawingml/2006/main">
              <a:ext uri="{FF2B5EF4-FFF2-40B4-BE49-F238E27FC236}">
                <a16:creationId xmlns:a16="http://schemas.microsoft.com/office/drawing/2014/main" id="{E1CDF7E8-172A-426D-8AEC-4F6B54ABB62B}"/>
              </a:ext>
            </a:extLst>
          </p:cNvPr>
          <p:cNvSpPr>
            <a:spLocks xmlns:a="http://schemas.openxmlformats.org/drawingml/2006/main" noGrp="1"/>
          </p:cNvSpPr>
          <p:nvPr/>
        </p:nvSpPr>
        <p:spPr>
          <a:xfrm xmlns:a="http://schemas.openxmlformats.org/drawingml/2006/main">
            <a:off x="800100" y="4248150"/>
            <a:ext cx="66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74C9BF"/>
                </a:solidFill>
              </a:defRPr>
            </a:pPr>
            <a:r>
              <a:rPr sz="2100" b="1">
                <a:solidFill>
                  <a:srgbClr val="74C9BF"/>
                </a:solidFill>
              </a:rPr>
              <a:t>03</a:t>
            </a:r>
          </a:p>
        </p:txBody>
      </p:sp>
      <p:sp>
        <p:nvSpPr>
          <p:cNvPr id="11" name="summary-label-2">
            <a:extLst xmlns:a="http://schemas.openxmlformats.org/drawingml/2006/main">
              <a:ext uri="{FF2B5EF4-FFF2-40B4-BE49-F238E27FC236}">
                <a16:creationId xmlns:a16="http://schemas.microsoft.com/office/drawing/2014/main" id="{B3EBB2CF-B6CE-4AE6-9034-1063EEF0CBF2}"/>
              </a:ext>
            </a:extLst>
          </p:cNvPr>
          <p:cNvSpPr>
            <a:spLocks xmlns:a="http://schemas.openxmlformats.org/drawingml/2006/main" noGrp="1"/>
          </p:cNvSpPr>
          <p:nvPr/>
        </p:nvSpPr>
        <p:spPr>
          <a:xfrm xmlns:a="http://schemas.openxmlformats.org/drawingml/2006/main">
            <a:off x="1581150" y="42481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1">
                <a:solidFill>
                  <a:srgbClr val="FFFFFF"/>
                </a:solidFill>
              </a:defRPr>
            </a:pPr>
            <a:r>
              <a:rPr sz="2100" b="1">
                <a:solidFill>
                  <a:srgbClr val="FFFFFF"/>
                </a:solidFill>
              </a:rPr>
              <a:t>決める</a:t>
            </a:r>
          </a:p>
        </p:txBody>
      </p:sp>
      <p:sp>
        <p:nvSpPr>
          <p:cNvPr id="12" name="summary-detail-2">
            <a:extLst xmlns:a="http://schemas.openxmlformats.org/drawingml/2006/main">
              <a:ext uri="{FF2B5EF4-FFF2-40B4-BE49-F238E27FC236}">
                <a16:creationId xmlns:a16="http://schemas.microsoft.com/office/drawing/2014/main" id="{456A10E9-980A-4ACE-A80B-74CAF871CE6B}"/>
              </a:ext>
            </a:extLst>
          </p:cNvPr>
          <p:cNvSpPr>
            <a:spLocks xmlns:a="http://schemas.openxmlformats.org/drawingml/2006/main" noGrp="1"/>
          </p:cNvSpPr>
          <p:nvPr/>
        </p:nvSpPr>
        <p:spPr>
          <a:xfrm xmlns:a="http://schemas.openxmlformats.org/drawingml/2006/main">
            <a:off x="4248150" y="4267200"/>
            <a:ext cx="4095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D5EFEC"/>
                </a:solidFill>
              </a:defRPr>
            </a:pPr>
            <a:r>
              <a:rPr sz="1425" b="0">
                <a:solidFill>
                  <a:srgbClr val="D5EFEC"/>
                </a:solidFill>
              </a:rPr>
              <a:t>情報を最小化し、人が承認</a:t>
            </a:r>
          </a:p>
        </p:txBody>
      </p:sp>
      <p:sp>
        <p:nvSpPr>
          <p:cNvPr id="13" name="summary-mascot-disc">
            <a:extLst xmlns:a="http://schemas.openxmlformats.org/drawingml/2006/main">
              <a:ext uri="{FF2B5EF4-FFF2-40B4-BE49-F238E27FC236}">
                <a16:creationId xmlns:a16="http://schemas.microsoft.com/office/drawing/2014/main" id="{5C6E8981-7074-422C-90AA-2153D2BD2609}"/>
              </a:ext>
            </a:extLst>
          </p:cNvPr>
          <p:cNvSpPr>
            <a:spLocks xmlns:a="http://schemas.openxmlformats.org/drawingml/2006/main" noGrp="1"/>
          </p:cNvSpPr>
          <p:nvPr/>
        </p:nvSpPr>
        <p:spPr>
          <a:xfrm xmlns:a="http://schemas.openxmlformats.org/drawingml/2006/main">
            <a:off x="8648700" y="1828800"/>
            <a:ext cx="2609850" cy="2609850"/>
          </a:xfrm>
          <a:prstGeom xmlns:a="http://schemas.openxmlformats.org/drawingml/2006/main" prst="ellipse">
            <a:avLst/>
          </a:prstGeom>
          <a:solidFill xmlns:a="http://schemas.openxmlformats.org/drawingml/2006/main">
            <a:srgbClr val="ECF7F5"/>
          </a:solidFill>
          <a:ln xmlns:a="http://schemas.openxmlformats.org/drawingml/2006/main" w="0">
            <a:noFill/>
            <a:prstDash val="solid"/>
          </a:ln>
        </p:spPr>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5a5a2111341643f0"/>
          <a:stretch xmlns:a="http://schemas.openxmlformats.org/drawingml/2006/main"/>
        </p:blipFill>
        <p:spPr>
          <a:xfrm xmlns:a="http://schemas.openxmlformats.org/drawingml/2006/main">
            <a:off x="9113580" y="2095500"/>
            <a:ext cx="1680091" cy="1962150"/>
          </a:xfrm>
          <a:prstGeom xmlns:a="http://schemas.openxmlformats.org/drawingml/2006/main" prst="rect">
            <a:avLst/>
          </a:prstGeom>
        </p:spPr>
      </p:pic>
      <p:sp>
        <p:nvSpPr>
          <p:cNvPr id="15" name="summary-body">
            <a:extLst xmlns:a="http://schemas.openxmlformats.org/drawingml/2006/main">
              <a:ext uri="{FF2B5EF4-FFF2-40B4-BE49-F238E27FC236}">
                <a16:creationId xmlns:a16="http://schemas.microsoft.com/office/drawing/2014/main" id="{8CAC6C55-BE73-455B-93C2-015008864AA0}"/>
              </a:ext>
            </a:extLst>
          </p:cNvPr>
          <p:cNvSpPr>
            <a:spLocks xmlns:a="http://schemas.openxmlformats.org/drawingml/2006/main" noGrp="1"/>
          </p:cNvSpPr>
          <p:nvPr/>
        </p:nvSpPr>
        <p:spPr>
          <a:xfrm xmlns:a="http://schemas.openxmlformats.org/drawingml/2006/main">
            <a:off x="819150" y="5429250"/>
            <a:ext cx="781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1">
                <a:solidFill>
                  <a:srgbClr val="FFFFFF"/>
                </a:solidFill>
              </a:defRPr>
            </a:pPr>
            <a:r>
              <a:rPr sz="1575" b="1">
                <a:solidFill>
                  <a:srgbClr val="FFFFFF"/>
                </a:solidFill>
              </a:rPr>
              <a:t>AIは下書きの相棒。最終責任を渡さない</a:t>
            </a:r>
          </a:p>
        </p:txBody>
      </p:sp>
      <p:sp>
        <p:nvSpPr>
          <p:cNvPr id="16" name="summary-message">
            <a:extLst xmlns:a="http://schemas.openxmlformats.org/drawingml/2006/main">
              <a:ext uri="{FF2B5EF4-FFF2-40B4-BE49-F238E27FC236}">
                <a16:creationId xmlns:a16="http://schemas.microsoft.com/office/drawing/2014/main" id="{CD839414-06D7-4E6A-BBCD-0230A20B773A}"/>
              </a:ext>
            </a:extLst>
          </p:cNvPr>
          <p:cNvSpPr>
            <a:spLocks xmlns:a="http://schemas.openxmlformats.org/drawingml/2006/main" noGrp="1"/>
          </p:cNvSpPr>
          <p:nvPr/>
        </p:nvSpPr>
        <p:spPr>
          <a:xfrm xmlns:a="http://schemas.openxmlformats.org/drawingml/2006/main">
            <a:off x="819150" y="584835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0">
                <a:solidFill>
                  <a:srgbClr val="C6E7E3"/>
                </a:solidFill>
              </a:defRPr>
            </a:pPr>
            <a:r>
              <a:rPr sz="1350" b="0">
                <a:solidFill>
                  <a:srgbClr val="C6E7E3"/>
                </a:solidFill>
              </a:rPr>
              <a:t>4要素で頼み、原資料で確かめ、必要最小限の情報と人の判断で仕事を完了する。</a:t>
            </a:r>
          </a:p>
        </p:txBody>
      </p:sp>
      <p:sp>
        <p:nvSpPr>
          <p:cNvPr id="17" name="summary-slide-no">
            <a:extLst xmlns:a="http://schemas.openxmlformats.org/drawingml/2006/main">
              <a:ext uri="{FF2B5EF4-FFF2-40B4-BE49-F238E27FC236}">
                <a16:creationId xmlns:a16="http://schemas.microsoft.com/office/drawing/2014/main" id="{A0DEA0CF-8798-4FD1-A171-534A5207D321}"/>
              </a:ext>
            </a:extLst>
          </p:cNvPr>
          <p:cNvSpPr>
            <a:spLocks xmlns:a="http://schemas.openxmlformats.org/drawingml/2006/main" noGrp="1"/>
          </p:cNvSpPr>
          <p:nvPr/>
        </p:nvSpPr>
        <p:spPr>
          <a:xfrm xmlns:a="http://schemas.openxmlformats.org/drawingml/2006/main">
            <a:off x="10287000" y="6229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b="0">
                <a:solidFill>
                  <a:srgbClr val="92CBC4"/>
                </a:solidFill>
              </a:defRPr>
            </a:pPr>
            <a:r>
              <a:rPr sz="1050" b="0">
                <a:solidFill>
                  <a:srgbClr val="92CBC4"/>
                </a:solidFill>
              </a:rPr>
              <a:t>20 / 20</a:t>
            </a:r>
          </a:p>
        </p:txBody>
      </p:sp>
    </p:spTree>
    <p:extLst>
      <p:ext uri="{BB962C8B-B14F-4D97-AF65-F5344CB8AC3E}">
        <p14:creationId xmlns:p14="http://schemas.microsoft.com/office/powerpoint/2010/main" val="9616270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Yu Gothic"/>
        <a:ea typeface="Yu Gothic"/>
        <a:cs typeface="Yu Gothic"/>
      </a:majorFont>
      <a:minorFont>
        <a:latin typeface="Yu Gothic"/>
        <a:ea typeface="Yu Gothic"/>
        <a:cs typeface="Yu 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安全AIポータル編集部</Application>
  <Company>安全AIポータル編集部</Company>
  <PresentationFormat>16:9</PresentationFormat>
  <Slides>20</Slides>
  <Notes>20</Notes>
  <HiddenSlides>0</HiddenSlides>
  <SharedDoc>false</SharedDoc>
  <DocSecurity>0</DocSecurity>
</Properties>
</file>

<file path=docProps/core.xml><?xml version="1.0" encoding="utf-8"?>
<cp:coreProperties xmlns:cp="http://schemas.openxmlformats.org/package/2006/metadata/core-properties" xmlns:dc="http://purl.org/dc/elements/1.1/" xmlns:dcterms="http://purl.org/dc/terms/" xmlns:xsi="http://www.w3.org/2001/XMLSchema-instance">
  <dc:title>AIチャット仕事術</dc:title>
  <dc:subject>質問・調査・文書作成・検証・安全な使い方を、60分で実践する社内研修｜労働安全コンサルタント監修</dc:subject>
  <dc:creator>安全AIポータル編集部</dc:creator>
  <cp:lastModifiedBy>安全AIポータル編集部</cp:lastModifiedBy>
  <cp:keywords>AI実務研修,AIチャット,生成AI,社内研修,労働安全コンサルタント監修</cp:keywords>
  <dc:description>この教材は社内AI研修用です。資格・認定講座ではなく、個別案件の法務判断を代替しません。 労働安全コンサルタント監修。</dc:description>
  <dcterms:created xsi:type="dcterms:W3CDTF">2026-08-27T00:00:00Z</dcterms:created>
  <dcterms:modified xsi:type="dcterms:W3CDTF">2026-08-27T00:00:00Z</dcterms:modified>
</cp:coreProperties>
</file>