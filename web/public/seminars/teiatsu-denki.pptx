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LOW-VOLTAGE ELECTRICAL WORK SPECIAL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低圧電気取扱い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充電部・停電作業対応コース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安衛則第36条第4号準拠 ／ 7〜14時間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なぜ低圧電気教育か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感電死傷の多くが低圧（750V以下）で発生する事実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基礎知識・配線設備・安全作業・関係法令の法定区分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7時間/14時間の時間割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活線・活線近接の有無で実技時間が変わる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停電作業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検電→開放・施錠→接地→作業の鉄則手順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感電のメカニズムと保護具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通電経路と絶縁工具・絶縁用保護具の使い分け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ヒューマンエラー防止と責務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5ステップの再発防止と管理者責任の整理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なぜ低圧電気教育か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感電による死亡災害のうち低圧（750V以下）が占める比率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出典：厚生労働省「労働災害発生状況」感電災害分析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業種別 感電死傷災害の傾向（相対値）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2924251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2371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電気・ガス・水道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1574596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2716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商業・サービス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162202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0322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運輸・その他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674827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2947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※建設業を1.00として正規化した業種別の概算傾向。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安衛則第36条第4号・特別教育規程第6条が定める低圧電気取扱い特別教育 学科科目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低圧の電気に関する基礎知識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電圧・電流・電力、抵抗とオームの法則、交流と直流、感電の人体影響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低圧の電気設備に関する基礎知識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配線・開閉器・電動機・配電盤、絶縁・接地、電気機器の構造と用途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低圧用の安全作業用具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絶縁用保護具・絶縁用防具・活線作業用器具、検電器の使用と日常点検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低圧の活線・活線近接作業の方法と関係法令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充電電路の防護、停電作業手順、安衛法・安衛則・電気設備技術基準の要点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学科・実技 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低圧電気の基礎知識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電圧・電流・感電の人体影響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798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88798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低圧電気設備の基礎知識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88798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88798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88798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88798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2.0h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88798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88798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配線・開閉器・絶縁・接地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4424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44424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安全作業用具に関する基礎知識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44424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44424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44424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44424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44424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44424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絶縁保護具・検電器の使用法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0050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0050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活線・活線近接作業の方法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00050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00050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00050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00050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2.0h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00050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00050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停電作業4STEP・防護方法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55676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55676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455676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455676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455676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455676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455676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455676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安衛則・電気設備技術基準の要点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11302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1130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低圧の活線作業及び活線近接作業の方法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45634" y="511302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5362" y="51130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8294" y="511302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18022" y="51130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7.0h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4730" y="511302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4458" y="51130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活線作業を行う場合のみ追加（合計14h）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出典：労働安全衛生規則第36条第4号・特別教育規程第6条（学科7h以上、活線実技は別途7h）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SHUTDOWN WORK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停電作業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安衛則第339条に基づく停電作業の鉄則。順序を守ることで二重三重の安全を確保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検電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作業前に検電器で無電圧であることを必ず確認、検電器自体も事前点検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開放・施錠表示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開閉器を開放し施錠、通電禁止札を掲示し、誤投入を物理的に防止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短絡接地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残留電荷の放電と誘導電圧防止のため、作業箇所の電源側に短絡接地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作業・復旧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区画明示のうえ作業、復旧時は逆順で接地外し→施錠解除→送電確認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SHOCK &amp;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感電のメカニズムと保護具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SHOCK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感電のメカニズム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通電経路は手→足が致命的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心臓を横切る経路（左手→右足等）は心室細動を起こしやすい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50mAで生命危険レベル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通電電流の大きさと時間（IEC 60479）が人体影響を決定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濡れ手・発汗で抵抗激減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皮膚抵抗が乾燥時の数十分の一に低下し感電リスク急増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二次災害（墜落）に注意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高所での感電は反射的反応で墜落・打撲につながる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PROTECTIVE 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保護具と絶縁工具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絶縁用保護具の着用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電気用ゴム手袋・絶縁衣・絶縁長靴を活線・活線近接で必ず着用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絶縁用防具の取付け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絶縁シート・絶縁管・絶縁カバーで充電部を物理的に防護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検電器・絶縁工具の点検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使用前に動作確認・外観点検、絶縁性能の定期試験を実施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適正な使用電圧の確認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保護具・工具には使用可能電圧表示。低圧用は7000V以下まで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ERROR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ヒューマンエラー防止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「思い込み」「省略」「誤認」を排除する現場運用のステップ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指差し呼称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検電・開放・施錠の各動作で対象を指差し、声に出して確認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ダブルチェック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単独作業を避け、開閉器操作と検電は2人体制で相互確認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施錠管理（LOTO）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ロックアウト・タグアウトで物理的に通電禁止、鍵は作業者が保持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作業区画の明示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標識・カラーコーン・絶縁シートで作業範囲と立入禁止を視覚化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復旧時の最終確認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工具・人員撤収を完了確認のうえ送電。逆順手順を必ず遵守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MANAGER'S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管理者の責務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安衛法第59条第3項（特別教育）および安衛則第339条・第341条〜第354条に基づく使用者の取組み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特別教育の確実な実施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学科7時間以上、活線作業を行う場合は実技7時間追加。受講記録を整備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教育記録の3年保存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受講者氏名・科目・時間・講師名を記録し、3年以上保存（安衛則第38条）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作業計画と指揮者の選任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停電作業・活線近接作業ごとに計画を策定し、作業指揮者を選任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保護具・工具の管理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絶縁用保護具は6か月以内ごとに定期自主検査、記録を3年保存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低圧でも死亡災害は起こる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感電死亡の多くが750V以下で発生、油断は禁物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停電作業は4STEPの鉄則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検電→開放・施錠→接地→作業の順を絶対に省略しない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保護具と絶縁工具の習熟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使用前点検と適正電圧の確認を毎回徹底する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教育・点検記録は3年保存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特別教育記録と保護具の自主検査記録を年1回見直す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低圧電気取扱い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