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SCAFFOLDING ERECTION SPECIAL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足場の組立て等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組立・解体・変更 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安衛則第36条第39号準拠 ／ 6時間以上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なぜ足場特別教育か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建設業墜落・転落死亡災害における足場の比重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足場の方法・工事用設備・災害防止・関係法令の法定区分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6時間以上の時間割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法定科目と各時間配分の確認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組立から解体まで4STEP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計画→組立→使用前点検→解体の流れ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墜落防止と組立解体時のポイント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手すり先行・親綱・幅木・先行手すり工法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点検5ステップと管理者責務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安衛則564条に基づく点検と元方の責任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なぜ足場特別教育か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建設業の墜落・転落死亡災害のうち足場関連が占める比率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出典：厚生労働省「死亡災害報告」建設業 起因物別分析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起因物別 建設業 墜落死亡災害の傾向（相対値）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足場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屋根・はり・もや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3186683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04804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開口部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324404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2524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階段・桟橋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537106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5226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その他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1049731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7851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※足場を1.00として正規化した起因物別の概算傾向。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安衛則第36条第39号・特別教育規程が定める足場特別教育 学科科目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足場・作業の方法に関する知識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足場の種類・構造、組立・解体・変更の方法、墜落・崩壊防止の作業手順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工事用設備・機械・器具・作業環境に関する知識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鋼管・くさび緊結式・枠組足場の部材、移動式足場、作業床・手すり・幅木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労働災害の防止に関する知識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墜落・転落、飛来落下、はさまれ、感電の防止、要求性能墜落制止用器具の使用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安衛法・安衛則 第三編第十章（足場）、第518条〜第575条の主要条文の要点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6時間以上 カリキュラム時間割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科目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備考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足場・作業の方法に関する知識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3.0h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種類・構造・組立解体手順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工事用設備・機械・器具に関する知識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部材・作業床・手すり等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労働災害の防止に関する知識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1.5h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墜落・崩壊・飛来落下防止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安衛則第518条〜第575条等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合計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6.0h以上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学科のみ（実技なし）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省令最低時間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出典：労働安全衛生規則第36条第39号・特別教育規程（学科6時間以上）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SCAFFOLD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足場点検・使用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安衛則第564条・第567条に基づき、計画から解体までの定型手順を確立する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組立計画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設置場所・荷重・気象条件を踏まえ、組立図と作業手順書を作成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組立て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作業主任者の指揮、先行手すり工法、幅木・メッシュシートの設置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使用前・始業前点検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強風・大雨・地震後および毎日の作業開始前に異常の有無を確認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解体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上部から順次、足場材の落下防止、立入禁止区画と監視員配置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FALL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墜落防止と組立解体時のポイント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FALL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墜落防止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手すり先行工法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上部床に上がる前に手すりを設置、二段手すりと中桟を確保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親綱の張設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移動範囲全体に水平親綱を張り、要求性能墜落制止用器具を常時掛け替え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幅木・メッシュシート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高さ10cm以上の幅木と落下防止シートで飛来落下を防止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開口部・隙間の養生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作業床と建地の隙間は12cm未満、開口部は確実に塞ぐか手すり設置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ERECTION &amp; DISMANTLING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組立解体時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先行手すり工法の徹底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上層に上がる前に手すりが先行する工法・部材を必ず採用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段違い・ずらしの禁止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作業床の段違い、踏抜きやすい配置を避け、確実な緊結を確認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架材・部材の事前点検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鋼管の曲がり・腐食、緊結金具の損傷、ピン・くさびの摩耗を確認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強風・大雨時の作業中止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10分間平均風速10m/s以上、降雨1mm/h以上、降雪1cm/h以上で中止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INSPECTION 5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足場点検の5ステップ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安衛則第567条に基づく点検は、悪天候後・組立変更解体後・始業前に必ず実施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床材・幅木の点検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損傷・腐食・隙間（建地と床の間12cm未満）、固定状況を目視で確認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手すり・中桟の点検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高さ85cm以上の手すり、35〜50cmの中桟または幅木の有無を確認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緊結部・接続部の点検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緊結金具・ピン・くさびの緩み、変形、摩耗を点検し、不良は即交換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壁つなぎ・控えの点検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規定間隔（垂直9m以下・水平8m以下等）の壁つなぎが機能しているか確認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記録・是正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点検者・点検日・結果と補修内容を記録し、是正完了まで使用禁止表示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MANAGER'S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管理者・元方の責務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安衛法第59条第3項（特別教育）・第29条（元方事業者）および安衛則第564条〜第575条に基づく取組み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特別教育の確実な実施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学科6時間以上を雇入れ時・配置替え時に実施し、受講記録を整備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教育記録の3年保存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受講者氏名・科目・時間・講師名を記録し、3年以上保存（安衛則第38条）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作業主任者の選任と職務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つり足場・張出し足場・高さ5m以上の足場では作業主任者を選任し職務遂行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元方事業者としての統括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関係請負人への指導・連絡調整、合同点検・是正の仕組みを整備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足場は墜落死亡の最大起因物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建設業の墜落災害で足場関連は最大の比重を占める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先行手すり工法を徹底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組立・解体時こそ墜落リスクが高く、先行設置が原則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点検は安衛則564・567条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悪天候後・変更解体後・始業前の3局面で必ず実施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記録3年保存と元方統括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特別教育・点検記録を3年保存し、元方は合同点検で統括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足場の組立て等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