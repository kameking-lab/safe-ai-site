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A86E"/>
                </a:solidFill>
                <a:latin typeface="Meiryo"/>
                <a:ea typeface="Meiryo"/>
              </a:rPr>
              <a:t>特別教育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OXYGEN DEFICIENCY HAZARDOUS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Meiryo"/>
                <a:ea typeface="Meiryo"/>
              </a:rPr>
              <a:t>酸素欠乏危険作業 特別教育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CBD5E1"/>
                </a:solidFill>
                <a:latin typeface="Meiryo"/>
                <a:ea typeface="Meiryo"/>
              </a:rPr>
              <a:t>第一種・第二種対応コース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1828800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BD5E1"/>
                </a:solidFill>
                <a:latin typeface="Meiryo"/>
                <a:ea typeface="Meiryo"/>
              </a:rPr>
              <a:t>酸欠則第12条準拠 ／ 約5.5時間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0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A0783C"/>
                </a:solidFill>
                <a:latin typeface="Meiryo"/>
                <a:ea typeface="Meiryo"/>
              </a:rPr>
              <a:t>安全AIポータル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本日のアジェンダ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1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酸欠災害の致死率と現状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一度発生すると約半数が死亡に至る重大災害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第一種・第二種の違い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酸欠単独か、硫化水素中毒も対象に含むか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学科法定4区分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発生原因／症状／換気・保護具／救護・法令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599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入槽前4STEP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測定→換気→再測定→監視の徹底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1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リスク場所と保護具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4分類のリスク場所と換気・呼吸器の選定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599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救助5ステップと作業主任者の責務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二次災害防止と法定義務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WHY OXYGEN DEFICIENCY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なぜ酸欠は重大災害か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029200" cy="4206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29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FFFF"/>
                </a:solidFill>
                <a:latin typeface="Meiryo"/>
                <a:ea typeface="Meiryo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A0783C"/>
                </a:solidFill>
                <a:latin typeface="Meiryo"/>
                <a:ea typeface="Meiryo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CBD5E1"/>
                </a:solidFill>
                <a:latin typeface="Meiryo"/>
                <a:ea typeface="Meiryo"/>
              </a:rPr>
              <a:t>酸欠災害における致死率（被災者に占める死亡者の割合）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出典：厚生労働省「酸素欠乏症等災害発生状況」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酸欠災害 発生場所別件数（相対値）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048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マンホール・下水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67160" y="24048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5638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タンク・ピット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93751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937510"/>
            <a:ext cx="3074212" cy="4572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92332" y="305638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0789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地下室・地下ピット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58902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589020"/>
            <a:ext cx="2286914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5034" y="370789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5940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船倉・サイロ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240529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4240529"/>
            <a:ext cx="1462125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0245" y="435940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109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不活性ガス区画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89204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4892040"/>
            <a:ext cx="937259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55380" y="50109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623559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Meiryo"/>
                <a:ea typeface="Meiryo"/>
              </a:rPr>
              <a:t>※マンホール・下水での発生件数を1.00として正規化した発生場所別の概算。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FOUR LEGAL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学科 法定4区分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酸欠則第12条が定める特別教育のカリキュラム体系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酸素欠乏の発生原因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微生物による酸素消費、酸化反応、不活性ガス置換、水没・湧水、植物・果実の呼吸作用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9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酸素欠乏症の症状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18%未満で症状発現、16%で頭痛・吐き気、10%で意識消失、6%以下で即死の危険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換気・保護具等の使用方法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強制換気、酸素濃度計、空気呼吸器、送気マスク、命綱・墜落制止用器具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事故時の救護及び関係法令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二次災害防止、人工呼吸、救助手順、酸欠則・安衛法・関係省令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CURRICULUM TIMETABLE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カリキュラム時間割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99699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1411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区分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5634" y="1828800"/>
            <a:ext cx="2662659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7074" y="1828800"/>
            <a:ext cx="24797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科目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8294" y="1828800"/>
            <a:ext cx="3106436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99734" y="1828800"/>
            <a:ext cx="29235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第一種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4730" y="1828800"/>
            <a:ext cx="332832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6170" y="1828800"/>
            <a:ext cx="314544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第二種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99699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3172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5634" y="2331720"/>
            <a:ext cx="2662659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5362" y="233172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酸素欠乏の発生原因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8294" y="2331720"/>
            <a:ext cx="3106436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8022" y="233172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4730" y="2331720"/>
            <a:ext cx="332832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4458" y="233172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887980"/>
            <a:ext cx="199699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88798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5634" y="2887980"/>
            <a:ext cx="2662659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5362" y="288798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酸素欠乏症（および硫化水素中毒）の症状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08294" y="2887980"/>
            <a:ext cx="3106436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8022" y="288798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4730" y="2887980"/>
            <a:ext cx="332832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4458" y="288798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44240"/>
            <a:ext cx="199699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44424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45634" y="3444240"/>
            <a:ext cx="2662659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5362" y="344424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空気呼吸器等の使用方法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08294" y="3444240"/>
            <a:ext cx="3106436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8022" y="344424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14730" y="3444240"/>
            <a:ext cx="332832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458" y="344424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000500"/>
            <a:ext cx="199699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00050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45634" y="4000500"/>
            <a:ext cx="2662659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5362" y="400050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事故時の退避・救急蘇生の方法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08294" y="4000500"/>
            <a:ext cx="3106436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18022" y="400050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14730" y="4000500"/>
            <a:ext cx="332832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24458" y="400050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556760"/>
            <a:ext cx="199699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455676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45634" y="4556760"/>
            <a:ext cx="2662659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5362" y="455676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関係法令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08294" y="4556760"/>
            <a:ext cx="3106436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18022" y="455676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14730" y="4556760"/>
            <a:ext cx="332832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4458" y="455676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113020"/>
            <a:ext cx="199699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511302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実技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45634" y="5113020"/>
            <a:ext cx="2662659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5362" y="511302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空気呼吸器等の取扱い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08294" y="5113020"/>
            <a:ext cx="3106436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18022" y="511302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0.5h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4730" y="5113020"/>
            <a:ext cx="332832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24458" y="511302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0.5h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Meiryo"/>
                <a:ea typeface="Meiryo"/>
              </a:rPr>
              <a:t>出典：酸欠則第12条 ／ 第二種は硫化水素中毒に関する内容を含む（計5.5h相当）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PRE-ENTRY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入槽前 4STEP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酸欠則が定める作業開始前の必須手順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1301076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酸素濃度測定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作業開始前に、上層・中層・下層の3点以上で酸素濃度・硫化水素濃度を測定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67913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0833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4223270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7993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換気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3713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酸素18%以上・硫化水素10ppm以下になるまで強制換気を実施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90107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3027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3</a:t>
            </a:r>
          </a:p>
        </p:txBody>
      </p:sp>
      <p:sp>
        <p:nvSpPr>
          <p:cNvPr id="23" name="Oval 22"/>
          <p:cNvSpPr/>
          <p:nvPr/>
        </p:nvSpPr>
        <p:spPr>
          <a:xfrm>
            <a:off x="7145464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0187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再測定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907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換気後、入槽直前に再度測定し基準値を満たすことを確認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12301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15221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4</a:t>
            </a:r>
          </a:p>
        </p:txBody>
      </p:sp>
      <p:sp>
        <p:nvSpPr>
          <p:cNvPr id="30" name="Oval 29"/>
          <p:cNvSpPr/>
          <p:nvPr/>
        </p:nvSpPr>
        <p:spPr>
          <a:xfrm>
            <a:off x="10067658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2381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作業者監視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8101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監視員を槽外に配置し、入槽者と常時連絡。継続的に濃度監視を実施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RISK &amp; PPE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リスク場所と保護具のポイント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HAZARDOUS LOCATIONS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酸欠リスク場所 4分類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地下空間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マンホール、地下ピット、共同溝。微生物による酸素消費が起こりやすい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タンク・反応槽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内部塗装の酸化、洗浄残液からの硫化水素発生に注意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果実・穀物倉庫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植物の呼吸作用やドライアイス昇華で酸素濃度が低下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不活性ガス区画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窒素・アルゴンパージ後の配管・容器内は急速に意識消失の危険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VENTILATION &amp; PPE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換気・保護具 4ポイント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強制換気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自然換気では不十分。送風機で空気を送り込み槽内空気を入替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空気呼吸器・送気マスク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防毒マスクは無効。給気式呼吸用保護具を必ず選定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命綱・墜落制止用器具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引き上げ救助用ハーネスを装着、槽外で確保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監視員の常時配置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入槽者1名につき監視員1名以上、無線・呼びかけで状況把握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RESCUE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救助 5ステップ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二次災害（救助者の被災）が酸欠死亡の最大要因。装備なしで進入しない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呼びかけ・状況確認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槽外から声かけし応答を確認。安易に進入せず周囲に応援を要請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0441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0441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7601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119通報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033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救急要請。酸欠・硫化水素の可能性を必ず伝達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2242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2242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242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9402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監視員確保・換気強化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6834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救助中も酸素濃度・ガス濃度を監視。送風機を最大稼働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4044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4044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4044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1204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救助者の保護具装着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8636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空気呼吸器・命綱を装着してから進入。素手・素面の進入は厳禁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845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5845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845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3005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救出・蘇生・搬送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437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命綱で引き上げ、安全な場所で気道確保・人工呼吸・AED使用後に搬送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WORK CHIEF DUTIES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酸素欠乏危険作業主任者の責務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酸欠則第11条に基づき、技能講習修了者から選任される作業主任者の法定義務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作業前・作業中の濃度測定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酸素18%以上・硫化水素10ppm以下を作業中も継続的に確認・記録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人員点呼と入退場管理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入槽者の氏名・人数を点呼で確認、退避時の取り残しゼロを確保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退避指示・救助指揮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異常時は即時退避を指示、装備なき救助進入を絶対に許可しない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教育記録・点検記録の保存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特別教育記録、濃度測定記録、保護具点検記録を3年以上保存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eiryo"/>
                <a:ea typeface="Meiryo"/>
              </a:rPr>
              <a:t>本日のまとめ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第一種は酸欠、第二種は酸欠＋硫化水素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作業場所のリスクに応じた特別教育を選択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7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18%以上・10ppm以下を死守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酸素濃度18%・硫化水素10ppmを下回ったら即時退避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入槽前4STEPの徹底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測定→換気→再測定→監視を毎回実施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7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二次災害防止が救助の鉄則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装備なしの進入は絶対禁止。空気呼吸器と命綱を必ず装着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32120"/>
            <a:ext cx="11094415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お問い合わせ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anzen-ai-portal.jp/contact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安全AIポータル 教育資料 - 酸素欠乏危険作業 特別教育</dc:title>
  <dc:subject>労働安全衛生教育資料</dc:subject>
  <dc:creator>安全AIポータル編集部</dc:creator>
  <cp:keywords>安全AIポータル; 労働安全; 労働衛生教育</cp:keywords>
  <dc:description>安全AIポータル編集部制作｜労働安全コンサルタント監修</dc:description>
  <cp:lastModifiedBy>安全AIポータル編集部</cp:lastModifiedBy>
  <cp:revision>1</cp:revision>
  <dcterms:created xsi:type="dcterms:W3CDTF">2013-01-27T09:14:16Z</dcterms:created>
  <dcterms:modified xsi:type="dcterms:W3CDTF">2013-01-27T09:15:58Z</dcterms:modified>
  <cp:category/>
</cp:coreProperties>
</file>