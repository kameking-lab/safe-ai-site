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特別教育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ABRASIVE WHEEL HANDLING SPECIAL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研削といし取替え等 特別教育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学科＋実技対応コース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安衛則第36条第1号・第38条準拠 ／ 約4時間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なぜ研削といし教育が必要か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破裂・飛散による重篤災害と特別教育の位置づけ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学科カリキュラムの4要素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取扱業務・といし構造・関係法令・試運転と異常対応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学科＋実技の時間割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法定2時間＋2時間の科目構成と実施内容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取替え作業 4STEP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仕様確認→取付け→試運転→異常時対応の手順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破裂要因と正しい取付け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事故メカニズムと取付けポイントの整理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試運転5ステップと管理者責務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始業時1分・取替え後3分の運用と法的責任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なぜ研削といし教育か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研削関連災害における「飛来・落下／はさまれ・巻込まれ」が占める比率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出典：厚生労働省「労働災害発生状況」事故の型別調査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事故の型別 研削関連災害の傾向（相対値）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飛来・落下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切れ・こすれ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3074212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92332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はさまれ・巻込まれ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2061972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0092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激突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1424635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2755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その他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787298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05418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※飛来・落下を1.00として正規化した事故の型別の概算傾向。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学科カリキュラムの4要素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安衛則第38条 別表第4が定める研削といし取替え等の特別教育 学科科目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取扱業務に関する知識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研削盤の種類・構造・用途、研削加工の基礎、作業手順、危険性と防護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といし・取付具に関する知識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といしの種類と表示記号、構造強度、フランジ・ブッシュ等取付具の選定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関係法令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安衛法・安衛則 第二編第一章第三節（研削盤等）、特別教育規程の要点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試運転と異常時対応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始業時1分・取替え後3分の試運転、振動・異音時の停止と再点検手順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CURRICULUM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学科＋実技 時間割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区分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主な内容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取扱業務に関する知識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0.5h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研削盤の構造・用途・危険性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9232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999232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といし・取付具に関する知識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999232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999232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999232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999232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999232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999232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種類・表示記号・フランジ等取付具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66744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666744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関係法令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666744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666744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学科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666744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666744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0.5h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666744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666744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安衛則・特別教育規程の要点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34256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34256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といしの取付け方法・試運転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334256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334256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実技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334256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334256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334256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334256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取付手順・つり合い試験・試運転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01768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01768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といしを用いた研削作業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5001768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5001768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実技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5001768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5001768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1.0h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5001768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5001768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作業姿勢・防護具・異常時停止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出典：労働安全衛生規則第38条・特別教育規程第1条（学科2h以上＋実技2h以上）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REPLACEMENT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取替え作業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安衛則第118条の趣旨に沿い、取替えから試運転までを定型手順化する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仕様・適合確認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最高使用周速度・寸法・表示記号と機械側仕様の整合確認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取付け・締付け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フランジ・ブッシュ・紙パッキンの正規組合せでトルク管理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試運転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側方退避のうえ取替え後3分以上、始業時1分以上の無負荷運転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異常時対応・記録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振動・異音・偏心は即停止し再点検。実施結果と点検者を記録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SAFE MOUNTING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破裂要因と正しい取付け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RUPTURE CAUSES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といし破裂の主要要因 4ポイント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最高使用周速度の超過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機械の回転数とといし表示記号の不整合は破裂の主要因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衝撃・ひび割れの見落とし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落下・打撃を受けたといしは外観正常でも内部亀裂が残存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フランジ・取付具の不適合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寸法違い・偏当たり・締付不足が応力集中を招く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側面研削・無理な押当て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設計用途外の使用や過大な押付け力で破断荷重を超過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PROPER MOUNTING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正しい取付け 4ポイント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受入れ時の音響検査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木製ハンマで軽打し清音を確認、濁音は使用禁止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規定フランジと紙パッキン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同径・同形状フランジを左右対称に、紙パッキンを必ず介挿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段階的な締付け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対角順で均等に締め、規定トルクを超えない管理を徹底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取替え後3分以上の試運転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側方に退避し、振動・異音・偏心の有無を目視と聴覚で確認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TEST RUN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試運転の5ステップ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安衛則第118条に基づく試運転は、取替え時と始業時で時間が異なる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始業時1分以上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毎日の作業開始前に1分以上の無負荷運転で異常の有無を確認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取替え後3分以上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といし取替え時は3分以上、強度確認と慣らし運転を行う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振動・異音の確認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軸受・取付具の緩み、偏心・うなりの有無を目視と聴覚で点検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といし側方への退避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万一の破裂に備え、回転面の正面に立たず側方に退避する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結果の記録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実施日・実施者・点検結果を記録し、是正履歴とともに保存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MANAGER'S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管理者の責務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安衛法第59条第3項（特別教育）および安衛則第38条・第118条に基づく使用者の取組み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特別教育の確実な実施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学科2時間＋実技2時間以上を雇入れ時・配置替え時に実施し受講記録を整備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教育記録の3年保存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受講者氏名・科目・時間・講師名を記録し、3年以上保存（安衛則第38条）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始業前点検の徹底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試運転・防護カバー・受け台の隙間（3mm以下）を毎日確認させる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保護具と是正の運用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保護めがね・防じんマスクを支給、不適合といしは即廃棄処分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破裂は致命的、教育は法定義務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取替え業務は安衛則第36条第1号の特別教育対象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試運転は1分・3分ルール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始業時1分以上、取替え後3分以上の無負荷運転を徹底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側方退避と受入れ検査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正面に立たない、音響検査でといしの健全性を確認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記録と継続改善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教育記録・点検記録を3年保存し、毎年見直す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研削といし取替え等 特別教育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