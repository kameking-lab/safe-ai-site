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特別教育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FULL-BODY HARNESS SPECIAL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フルハーネス型 特別教育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墜落制止用器具を用いる業務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安衛則第36条第41号準拠 ／ 約6時間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墜落災害の現状と法改正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2019年2月施行の用語変更とフルハーネス原則化の背景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学科4区分の全体像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作業／器具／災害防止／関係法令の体系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業種別の墜落リスク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建設・製造・運輸・電気通信・林業の傾向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装着・点検・使用・保管の4STEP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日常運用で守る基本フロー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ランヤード選定と装着のポイント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自由落下距離・振り子・第一種/第二種の理解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墜落時対応と元方・使用者の責務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救助5ステップと法定義務の整理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FULL-BODY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なぜフルハーネスが原則か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建設業 死亡災害に占める墜落・転落の比率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出典：厚生労働省「労働災害発生状況」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墜落・転落死亡災害 業種別件数（相対値）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建設業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製造業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1199692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7812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陸上運輸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787298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5418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林業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674827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92947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電気通信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337413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5533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※建設業の発生件数を1.00として正規化した業種別傾向の概算。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LEGAL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学科 法定4区分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厚生労働省告示第11号が定める特別教育のカリキュラム体系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作業に関する知識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作業に用いる設備の種類・構造・取扱い、作業に伴う災害とその防止方法（1時間）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墜落制止用器具に関する知識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フルハーネス・ランヤード・接続器具の構造、点検・整備、使用方法（2時間）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労働災害の防止に関する知識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墜落による労働災害の防止のための措置、安全帯使用上の留意点（1時間）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関係法令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安衛法、安衛令、安衛則中の関係条項、構造規格、ガイドライン（0.5時間）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CURRICULUM TIMETABLE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カリキュラム時間割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区分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科目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主な内容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作業に関する知識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作業設備・作業手順・災害事例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9232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999232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999232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999232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墜落制止用器具に関する知識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999232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999232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2.0h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999232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999232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構造・規格・点検・選定基準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66744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666744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666744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666744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労働災害の防止に関する知識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666744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666744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666744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666744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墜落防止措置・救助・応急処置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34256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34256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334256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334256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関係法令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334256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334256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0.5h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334256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334256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安衛則第36条第41号関連・構造規格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01768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01768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実技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5001768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5001768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墜落制止用器具の使用方法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5001768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5001768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1.5h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5001768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5001768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装着・取付け・点検実習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出典：厚生労働省告示第11号（2018年）／ 学科4.5h ＋ 実技1.5h ＝ 計6h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DAILY OPERATION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装着・点検・使用・保管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フルハーネスの日常運用で守るべき基本フロー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装着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体型に合わせ、ベルトのねじれ・たるみなく胸・腿・肩を確実に固定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点検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縫製・金具・ランヤード・ショックアブソーバの損傷を作業前に目視確認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使用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取付設備は腰より高い位置（D環高さ以上）に確実にフック掛け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保管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直射日光・高温多湿・薬品を避けて保管。落下衝撃を受けた製品は廃棄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LANYARD &amp; FITTING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ランヤード選定と装着のポイント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LANYARD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ランヤード選定 4ポイント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自由落下距離を確認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取付位置とD環高さから必要落下距離（クリアランス）を計算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振り子（スイング）リスク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取付点は作業位置の真上が原則。横方向ずれは衝突リスク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最大衝撃荷重 6.0kN以下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ショックアブソーバの伸び量を含めて選定（構造規格）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第一種／第二種の使い分け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第一種は腰高さ以上、第二種は足元（4kN）取付け対応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FITTING &amp; ANCHORING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装着・取付け 4ポイント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胸ベルトは胸骨中央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ずれると吊り下がり時に頚部圧迫や逸脱の恐れ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腿ベルトの締め込み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指2本が入る程度。緩みは墜落時の腿部損傷原因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取付設備の強度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一人当たり22.0kN以上の強度がある構造物・親綱に掛ける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フック向きと外れ止め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ロック機構を毎回確認。手すり・足場材への直掛けは避ける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POST-FALL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墜落時対応 5ステップ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宙吊り（サスペンショントラウマ）防止のため、迅速な救助が必須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発見・呼びかけ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即座に周囲へ知らせ、被災者の意識・呼吸を確認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119通報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救急要請。建物階層・取付高さなど墜落状況を伝達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二次災害防止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周囲の落下物・電源を確認、救助者の自己確保を実施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救助・降下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レスキューシステムまたは高所作業車で速やかに地上へ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応急処置・搬送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宙吊り後は急に水平に寝かせず、半座位で経過観察し搬送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PRIME CONTRACTOR &amp; EMPLOYER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元方・使用者の責務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安衛法第59条第3項（特別教育）・第30条（元方事業者の措置）に基づく取組み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特別教育の実施・記録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6.75m超（建設業5m超）の作業従事者に法定6時間を実施し記録3年保存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作業計画と取付設備の設定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作業床・親綱・取付金具を計画段階で設計し、強度22kN以上を確保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器具の点検と廃棄基準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始業前点検・月次点検を実施。落下衝撃品・破損品は即廃棄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救助体制の整備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レスキュープランの策定、救助器具の常備、関係請負人への周知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6.75m超は原則フルハーネス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建設業は5m超推奨。胴ベルトは限定用途のみ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取付高さとクリアランスが命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D環高さ・自由落下距離・伸び量の総和を必ず確認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始業前点検を習慣化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縫製・金具・アブソーバを毎日確認、衝撃品は即廃棄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救助体制まで含めて教育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宙吊り対応・レスキュープランを事業場で整備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フルハーネス型 特別教育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