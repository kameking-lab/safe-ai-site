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特別教育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SLING WORK SPECIAL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玉掛け 特別教育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つり上げ荷重1t未満の業務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安衛則第36条第19号準拠 ／ 約9時間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玉掛け災害の現状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クレーン等災害における玉掛け起因事故の実態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学科法定4区分の全体像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クレーン等／玉掛け方法／合図／関係法令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1t未満と1t以上の境界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特別教育と技能講習の使い分け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玉掛け作業4STEP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質量目測→用具選定→玉掛け→合図・吊り上げ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用具点検と合図のポイント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ワイヤロープ・スリング・退避位置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禁止事項と責務分担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5つの禁止行為と運転者・玉掛け者の役割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SLING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なぜ玉掛け教育が重要か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クレーン等災害に占める玉掛け起因の比率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出典：厚生労働省「労働災害発生状況」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クレーン等災害 起因別件数（相対値）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玉掛け不良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運転操作ミス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2924251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2371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合図ミス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2061972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0092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用具破損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537106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5226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その他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824788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2908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※玉掛け不良起因の発生件数を1.00として正規化した相対値の概算。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LEGAL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 法定4区分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安衛則別表第5が定める玉掛け特別教育（1t未満）のカリキュラム体系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クレーン等に関する知識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クレーン・移動式クレーン・デリック等の種類・構造・取扱いに関する基礎知識（1時間）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玉掛けの方法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玉掛け用具の選定・使用方法、質量目測、力学の基礎、玉掛け作業の手順（2時間）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クレーン等の運転のための合図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手・笛・声による合図方法、無線通信、合図者の位置取り（1時間）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安衛法・安衛令・安衛則・クレーン等安全規則中の関係条項（1時間）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CURRICULUM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カリキュラム時間割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科目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クレーン等に関する知識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種類・構造・取扱い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8798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88798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88798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88798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玉掛けの方法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88798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88798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2.0h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88798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88798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用具選定・質量目測・手順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4424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44424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44424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44424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クレーン等の運転のための合図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44424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44424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44424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44424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手・笛・無線合図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0050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0050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00050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00050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00050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00050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00050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00050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安衛則・クレーン則関係条項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556760"/>
            <a:ext cx="199699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55676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4556760"/>
            <a:ext cx="2662659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455676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玉掛けの方法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4556760"/>
            <a:ext cx="3106436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455676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3.0h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4556760"/>
            <a:ext cx="3328324" cy="5562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455676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用具点検・実玉掛け実習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113020"/>
            <a:ext cx="199699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113020"/>
            <a:ext cx="177753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45634" y="5113020"/>
            <a:ext cx="2662659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5362" y="5113020"/>
            <a:ext cx="2443203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クレーン等の運転のための合図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08294" y="5113020"/>
            <a:ext cx="3106436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18022" y="5113020"/>
            <a:ext cx="288698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4730" y="5113020"/>
            <a:ext cx="3328324" cy="5562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24458" y="5113020"/>
            <a:ext cx="3108868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実機による合図演練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出典：安衛則別表第5 ／ 学科5h ＋ 実技4h ＝ 計9h（1t未満用）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SLING WORK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玉掛け作業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安全な玉掛け作業の基本フロー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質量目測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荷の形状・材質・体積から重量を見積もり、定格荷重と照合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玉掛け用具選定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安全係数（ワイヤロープ6以上、スリング7以上）に基づき適切な用具を選定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玉掛け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重心位置・吊り角度（60度以内推奨）・養生材を考慮し確実に掛ける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合図・吊り上げ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地切り後一旦停止、安定確認後に本吊り。退避位置を確保した上で合図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INSPECTION &amp; SIGNAL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用具点検と合図のポイント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EQUIPMENT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玉掛け用具点検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ワイヤロープ素線切断率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1よりの間で素線数の10%以上切断は使用禁止（クレーン則）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フック・金具の変形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開口部の広がり・摩耗・亀裂は廃棄。安全レバー作動を確認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シャックル・リング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ピンのねじ山損傷・ガタつき・規格外サイズ流用を排除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繊維スリングの摩耗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縫製ほつれ・切創・薬品による劣化・表示ラベル不明は使用禁止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SIGNAL &amp; EVACUATION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合図と退避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合図者は1名に限定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複数人の合図は混乱の元。指名された1名のみが運転者に合図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運転者の視野内に立つ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死角に入らない位置取り、必要に応じて無線併用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統一合図の使用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クレーン則に基づく標準手合図・笛合図を事業場内で統一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吊り荷の下に入らない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巻き上げ・水平移動・着地時とも、吊り荷の真下・退避線内に立入禁止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FIVE PROHIBITIONS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玉掛け 5つの禁止事項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重大災害につながる典型的な禁止行為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共づり（共吊り）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1本のフックに別々の荷を二段掛けすると重心がずれて落下リスク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ねじれ・キンク使用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ワイヤロープ・スリングのねじれは強度を著しく低下させる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片荷（不均等吊り）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重心からずれた掛け方は荷の傾き・脱落・スイングの原因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衝撃荷重をかける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急激な巻き上げ・引きずり起こしは定格の数倍の荷重が発生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人の頭上を通す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吊り荷の経路は人の上を避ける。退避誘導後に移動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ROLES &amp;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運転者・玉掛け者の責務分担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クレーン等安全規則・安衛法に基づく役割と事業者の管理責任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クレーン運転者の責務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運転資格の保有、始業前点検、合図の確認、定格荷重の遵守、急操作の回避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玉掛け者の責務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用具点検、質量目測、確実な玉掛け、合図、地切り確認、退避誘導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事業者の管理責任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特別教育の実施、年次・月次・始業前点検の実施、用具の管理台帳整備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定期自主検査・記録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クレーン則に基づく定期自主検査、玉掛け用具点検記録を3年以上保存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1t未満は本特別教育で従事可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1t以上は技能講習（クレーン則第222条）が必要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質量目測と用具選定が起点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安全係数を満たす用具を選び、吊り角度60度以内を意識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始業前点検と廃棄基準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ワイヤ素線切断率10%・フック変形・スリング摩耗で即廃棄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5つの禁止事項を徹底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共づり・ねじれ・片荷・衝撃・頭上通過は重大災害の典型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玉掛け 特別教育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