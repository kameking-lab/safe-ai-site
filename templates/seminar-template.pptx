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安全AIポータル Seminar Template</dc:title>
  <dc:subject>労働衛生教育 16:9 テンプレート</dc:subject>
  <dc:creator>安全AIポータル編集部</dc:creator>
  <cp:keywords>安全AIポータル; 労働安全; 労働衛生教育; PowerPoint</cp:keywords>
  <dc:description>安全AIポータル編集部が制作し、労働安全コンサルタント監修のもとで公開する労働衛生教育セミナー資料の共通テンプレート。</dc:description>
  <cp:lastModifiedBy>安全AIポータル編集部</cp:lastModifiedBy>
  <cp:revision>1</cp:revision>
  <dcterms:created xsi:type="dcterms:W3CDTF">2013-01-27T09:14:16Z</dcterms:created>
  <dcterms:modified xsi:type="dcterms:W3CDTF">2013-01-27T09:15:58Z</dcterms:modified>
  <cp:category/>
</cp:coreProperties>
</file>