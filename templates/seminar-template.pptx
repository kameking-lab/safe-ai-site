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ANZEN AI Seminar Template</dc:title>
  <dc:subject>労働衛生教育 16:9 テンプレート</dc:subject>
  <dc:creator>ANZEN AI</dc:creator>
  <cp:keywords>ANZEN AI; 労働安全; 労働衛生教育; PowerPoint</cp:keywords>
  <dc:description>労働安全コンサルタント（登録番号260022・土木）監修による労働衛生教育セミナー資料の共通テンプレート。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